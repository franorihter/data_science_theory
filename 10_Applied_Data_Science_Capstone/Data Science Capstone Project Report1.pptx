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presProps.xml" ContentType="application/vnd.openxmlformats-officedocument.presentationml.presProps+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6.png" ContentType="image/png"/>
  <Override PartName="/ppt/media/image2.png" ContentType="image/png"/>
  <Override PartName="/ppt/media/image3.png" ContentType="image/png"/>
  <Override PartName="/ppt/media/image4.jpeg" ContentType="image/jpeg"/>
  <Override PartName="/ppt/media/image5.png" ContentType="image/png"/>
  <Override PartName="/ppt/media/image7.png" ContentType="image/png"/>
  <Override PartName="/ppt/media/image12.jpeg" ContentType="image/jpeg"/>
  <Override PartName="/ppt/media/image8.png" ContentType="image/png"/>
  <Override PartName="/ppt/media/image9.png" ContentType="image/png"/>
  <Override PartName="/ppt/media/image11.jpeg" ContentType="image/jpeg"/>
  <Override PartName="/ppt/media/image10.jpeg" ContentType="image/jpe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0.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31.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33.xml" ContentType="application/vnd.openxmlformats-officedocument.presentationml.slide+xml"/>
  <Override PartName="/ppt/slides/slide45.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notesSlides/_rels/notesSlide46.xml.rels" ContentType="application/vnd.openxmlformats-package.relationships+xml"/>
  <Override PartName="/ppt/notesSlides/_rels/notesSlide16.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16.xml" ContentType="application/vnd.openxmlformats-officedocument.presentationml.notesSlide+xml"/>
  <Override PartName="/ppt/notesSlides/notesSlide4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Lst>
  <p:sldSz cx="12192000" cy="6858000"/>
  <p:notesSz cx="6858000" cy="1857375"/>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notesMaster" Target="notesMasters/notesMaster1.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 Id="rId51" Type="http://schemas.openxmlformats.org/officeDocument/2006/relationships/slide" Target="slides/slide36.xml"/><Relationship Id="rId52" Type="http://schemas.openxmlformats.org/officeDocument/2006/relationships/slide" Target="slides/slide37.xml"/><Relationship Id="rId53" Type="http://schemas.openxmlformats.org/officeDocument/2006/relationships/slide" Target="slides/slide38.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5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6"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7"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8"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8D7CD71-15E7-41C8-8E3E-B0EF199A2436}"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sldImg"/>
          </p:nvPr>
        </p:nvSpPr>
        <p:spPr>
          <a:xfrm>
            <a:off x="685800" y="1143000"/>
            <a:ext cx="5485680" cy="3085560"/>
          </a:xfrm>
          <a:prstGeom prst="rect">
            <a:avLst/>
          </a:prstGeom>
          <a:ln w="0">
            <a:noFill/>
          </a:ln>
        </p:spPr>
      </p:sp>
      <p:sp>
        <p:nvSpPr>
          <p:cNvPr id="15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60" name="PlaceHolder 3"/>
          <p:cNvSpPr>
            <a:spLocks noGrp="1"/>
          </p:cNvSpPr>
          <p:nvPr>
            <p:ph type="sldNum" idx="41"/>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2FE1469-6601-41A5-8DAF-19D421FCFBE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685800" y="1143000"/>
            <a:ext cx="5485680" cy="3085560"/>
          </a:xfrm>
          <a:prstGeom prst="rect">
            <a:avLst/>
          </a:prstGeom>
          <a:ln w="0">
            <a:noFill/>
          </a:ln>
        </p:spPr>
      </p:sp>
      <p:sp>
        <p:nvSpPr>
          <p:cNvPr id="16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63" name="PlaceHolder 3"/>
          <p:cNvSpPr>
            <a:spLocks noGrp="1"/>
          </p:cNvSpPr>
          <p:nvPr>
            <p:ph type="sldNum" idx="42"/>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DDCA205-469B-49F2-958D-A5AF4C49758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685800" y="1143000"/>
            <a:ext cx="5485680" cy="3085560"/>
          </a:xfrm>
          <a:prstGeom prst="rect">
            <a:avLst/>
          </a:prstGeom>
          <a:ln w="0">
            <a:noFill/>
          </a:ln>
        </p:spPr>
      </p:sp>
      <p:sp>
        <p:nvSpPr>
          <p:cNvPr id="16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66" name="PlaceHolder 3"/>
          <p:cNvSpPr>
            <a:spLocks noGrp="1"/>
          </p:cNvSpPr>
          <p:nvPr>
            <p:ph type="sldNum" idx="43"/>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8144899-D2DD-4391-851F-C68FEE12295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685800" y="1143000"/>
            <a:ext cx="5485680" cy="3085560"/>
          </a:xfrm>
          <a:prstGeom prst="rect">
            <a:avLst/>
          </a:prstGeom>
          <a:ln w="0">
            <a:noFill/>
          </a:ln>
        </p:spPr>
      </p:sp>
      <p:sp>
        <p:nvSpPr>
          <p:cNvPr id="16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69" name="PlaceHolder 3"/>
          <p:cNvSpPr>
            <a:spLocks noGrp="1"/>
          </p:cNvSpPr>
          <p:nvPr>
            <p:ph type="sldNum" idx="44"/>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1C760FD-8C87-4ABA-BB3F-80CFBE726BA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EF3BF541-051E-49DB-A31C-BED051F6F98E}"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15F2F4B3-07DE-474F-9DAF-E5A681996177}"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3F3B31CD-FC8F-4A08-B1BE-934CD33F357F}"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Blank">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Vertical Title and Text">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D75A6BD2-5ACF-49E5-A0D6-2A238F85C59B}"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A8D8D4EA-8186-4387-9336-CDD59AC335F7}"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0746CEBF-A705-4C85-9578-E27B6896E8F1}"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34C8E0E1-3DAD-445E-90A8-5D9025355357}"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11A0F0D9-739D-426C-A617-5A4E25537139}"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DF3AD635-C7A4-40A8-840F-6CF250F677AF}"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A278AFEE-A294-4A82-AA17-76645C757C8E}"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E5B1F8A3-B526-4495-8F1F-4F2257744074}"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sldNum" idx="1"/>
          </p:nvPr>
        </p:nvSpPr>
        <p:spPr>
          <a:xfrm>
            <a:off x="8714880" y="6025680"/>
            <a:ext cx="2742480" cy="4010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B6C68A30-BA6D-4339-AAD1-843B267C2208}" type="slidenum">
              <a:rPr b="0" lang="en-US" sz="1600" spc="-1" strike="noStrike">
                <a:solidFill>
                  <a:srgbClr val="1c7ddb"/>
                </a:solidFill>
                <a:latin typeface="Abadi"/>
              </a:rPr>
              <a:t>&lt;number&gt;</a:t>
            </a:fld>
            <a:endParaRPr b="0" lang="en-US" sz="1600" spc="-1" strike="noStrike">
              <a:solidFill>
                <a:srgbClr val="000000"/>
              </a:solidFill>
              <a:latin typeface="Times New Roman"/>
            </a:endParaRPr>
          </a:p>
        </p:txBody>
      </p:sp>
      <p:sp>
        <p:nvSpPr>
          <p:cNvPr id="1"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ftr" idx="2"/>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2"/>
          <p:cNvSpPr>
            <a:spLocks noGrp="1"/>
          </p:cNvSpPr>
          <p:nvPr>
            <p:ph type="sldNum" idx="3"/>
          </p:nvPr>
        </p:nvSpPr>
        <p:spPr>
          <a:xfrm>
            <a:off x="8714880" y="6025680"/>
            <a:ext cx="2742480" cy="4010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7F2F8426-697F-437D-9457-D4B6E0DFC688}" type="slidenum">
              <a:rPr b="0" lang="en-US" sz="1600" spc="-1" strike="noStrike">
                <a:solidFill>
                  <a:srgbClr val="1c7ddb"/>
                </a:solidFill>
                <a:latin typeface="Abadi"/>
              </a:rPr>
              <a:t>&lt;number&gt;</a:t>
            </a:fld>
            <a:endParaRPr b="0" lang="en-US" sz="1600" spc="-1" strike="noStrike">
              <a:solidFill>
                <a:srgbClr val="000000"/>
              </a:solidFill>
              <a:latin typeface="Times New Roman"/>
            </a:endParaRPr>
          </a:p>
        </p:txBody>
      </p:sp>
      <p:sp>
        <p:nvSpPr>
          <p:cNvPr id="5" name="PlaceHolder 3"/>
          <p:cNvSpPr>
            <a:spLocks noGrp="1"/>
          </p:cNvSpPr>
          <p:nvPr>
            <p:ph type="dt" idx="4"/>
          </p:nvPr>
        </p:nvSpPr>
        <p:spPr>
          <a:xfrm>
            <a:off x="838080" y="6356520"/>
            <a:ext cx="2742480" cy="364320"/>
          </a:xfrm>
          <a:prstGeom prst="rect">
            <a:avLst/>
          </a:prstGeom>
          <a:noFill/>
          <a:ln w="0">
            <a:noFill/>
          </a:ln>
        </p:spPr>
        <p:txBody>
          <a:bodyPr lIns="90000" rIns="90000" tIns="45000" bIns="4500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5"/>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6"/>
          </p:nvPr>
        </p:nvSpPr>
        <p:spPr>
          <a:xfrm>
            <a:off x="8714880" y="6025680"/>
            <a:ext cx="2742480" cy="4010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15831201-C0C5-45C9-9782-006ED9D5A8D2}" type="slidenum">
              <a:rPr b="0" lang="en-US" sz="1600" spc="-1" strike="noStrike">
                <a:solidFill>
                  <a:srgbClr val="1c7ddb"/>
                </a:solidFill>
                <a:latin typeface="Abadi"/>
              </a:rPr>
              <a:t>&lt;number&gt;</a:t>
            </a:fld>
            <a:endParaRPr b="0" lang="en-US" sz="1600" spc="-1" strike="noStrike">
              <a:solidFill>
                <a:srgbClr val="000000"/>
              </a:solidFill>
              <a:latin typeface="Times New Roman"/>
            </a:endParaRPr>
          </a:p>
        </p:txBody>
      </p:sp>
      <p:sp>
        <p:nvSpPr>
          <p:cNvPr id="8" name="PlaceHolder 3"/>
          <p:cNvSpPr>
            <a:spLocks noGrp="1"/>
          </p:cNvSpPr>
          <p:nvPr>
            <p:ph type="dt" idx="7"/>
          </p:nvPr>
        </p:nvSpPr>
        <p:spPr>
          <a:xfrm>
            <a:off x="838080" y="6356520"/>
            <a:ext cx="2742480" cy="364320"/>
          </a:xfrm>
          <a:prstGeom prst="rect">
            <a:avLst/>
          </a:prstGeom>
          <a:noFill/>
          <a:ln w="0">
            <a:noFill/>
          </a:ln>
        </p:spPr>
        <p:txBody>
          <a:bodyPr lIns="90000" rIns="90000" tIns="45000" bIns="4500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8"/>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1"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ftr" idx="9"/>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4"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6" name="PlaceHolder 2"/>
          <p:cNvSpPr>
            <a:spLocks noGrp="1"/>
          </p:cNvSpPr>
          <p:nvPr>
            <p:ph type="body"/>
          </p:nvPr>
        </p:nvSpPr>
        <p:spPr>
          <a:xfrm>
            <a:off x="838080" y="365040"/>
            <a:ext cx="7733520" cy="58111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3"/>
          <p:cNvSpPr>
            <a:spLocks noGrp="1"/>
          </p:cNvSpPr>
          <p:nvPr>
            <p:ph type="ftr" idx="10"/>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8" name="PlaceHolder 4"/>
          <p:cNvSpPr>
            <a:spLocks noGrp="1"/>
          </p:cNvSpPr>
          <p:nvPr>
            <p:ph type="sldNum" idx="11"/>
          </p:nvPr>
        </p:nvSpPr>
        <p:spPr>
          <a:xfrm>
            <a:off x="8714880" y="6025680"/>
            <a:ext cx="2742480" cy="4010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AF9FAE29-2061-4F3C-9ED0-B7E540159763}" type="slidenum">
              <a:rPr b="0" lang="en-US" sz="1600" spc="-1" strike="noStrike">
                <a:solidFill>
                  <a:srgbClr val="1c7ddb"/>
                </a:solidFill>
                <a:latin typeface="Abadi"/>
              </a:rPr>
              <a:t>&lt;number&gt;</a:t>
            </a:fld>
            <a:endParaRPr b="0" lang="en-US" sz="1600" spc="-1" strike="noStrike">
              <a:solidFill>
                <a:srgbClr val="000000"/>
              </a:solidFill>
              <a:latin typeface="Times New Roman"/>
            </a:endParaRPr>
          </a:p>
        </p:txBody>
      </p:sp>
      <p:sp>
        <p:nvSpPr>
          <p:cNvPr id="19" name="PlaceHolder 5"/>
          <p:cNvSpPr>
            <a:spLocks noGrp="1"/>
          </p:cNvSpPr>
          <p:nvPr>
            <p:ph type="dt" idx="12"/>
          </p:nvPr>
        </p:nvSpPr>
        <p:spPr>
          <a:xfrm>
            <a:off x="838080" y="6356520"/>
            <a:ext cx="2742480" cy="364320"/>
          </a:xfrm>
          <a:prstGeom prst="rect">
            <a:avLst/>
          </a:prstGeom>
          <a:noFill/>
          <a:ln w="0">
            <a:noFill/>
          </a:ln>
        </p:spPr>
        <p:txBody>
          <a:bodyPr lIns="90000" rIns="90000" tIns="45000" bIns="4500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ftr" idx="13"/>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 name="PlaceHolder 2"/>
          <p:cNvSpPr>
            <a:spLocks noGrp="1"/>
          </p:cNvSpPr>
          <p:nvPr>
            <p:ph type="sldNum" idx="14"/>
          </p:nvPr>
        </p:nvSpPr>
        <p:spPr>
          <a:xfrm>
            <a:off x="8714880" y="6025680"/>
            <a:ext cx="2742480" cy="4010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0948B73B-7F5F-42C8-9257-1D695AC084B1}" type="slidenum">
              <a:rPr b="0" lang="en-US" sz="1600" spc="-1" strike="noStrike">
                <a:solidFill>
                  <a:srgbClr val="1c7ddb"/>
                </a:solidFill>
                <a:latin typeface="Abadi"/>
              </a:rPr>
              <a:t>&lt;number&gt;</a:t>
            </a:fld>
            <a:endParaRPr b="0" lang="en-US" sz="1600" spc="-1" strike="noStrike">
              <a:solidFill>
                <a:srgbClr val="000000"/>
              </a:solidFill>
              <a:latin typeface="Times New Roman"/>
            </a:endParaRPr>
          </a:p>
        </p:txBody>
      </p:sp>
      <p:sp>
        <p:nvSpPr>
          <p:cNvPr id="24" name="PlaceHolder 3"/>
          <p:cNvSpPr>
            <a:spLocks noGrp="1"/>
          </p:cNvSpPr>
          <p:nvPr>
            <p:ph type="dt" idx="15"/>
          </p:nvPr>
        </p:nvSpPr>
        <p:spPr>
          <a:xfrm>
            <a:off x="838080" y="6356520"/>
            <a:ext cx="2742480" cy="364320"/>
          </a:xfrm>
          <a:prstGeom prst="rect">
            <a:avLst/>
          </a:prstGeom>
          <a:noFill/>
          <a:ln w="0">
            <a:noFill/>
          </a:ln>
        </p:spPr>
        <p:txBody>
          <a:bodyPr lIns="90000" rIns="90000" tIns="45000" bIns="4500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5"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 name="PlaceHolder 2"/>
          <p:cNvSpPr>
            <a:spLocks noGrp="1"/>
          </p:cNvSpPr>
          <p:nvPr>
            <p:ph type="body"/>
          </p:nvPr>
        </p:nvSpPr>
        <p:spPr>
          <a:xfrm>
            <a:off x="838080" y="365040"/>
            <a:ext cx="3773520" cy="58111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a:t>
            </a:r>
            <a:r>
              <a:rPr b="0" lang="en-US" sz="1800" spc="-1" strike="noStrike">
                <a:solidFill>
                  <a:srgbClr val="000000"/>
                </a:solidFill>
                <a:latin typeface="Arial"/>
              </a:rPr>
              <a:t>Outline Level</a:t>
            </a:r>
            <a:endParaRPr b="0" lang="en-US" sz="1800" spc="-1" strike="noStrike">
              <a:solidFill>
                <a:srgbClr val="000000"/>
              </a:solidFill>
              <a:latin typeface="Arial"/>
            </a:endParaRPr>
          </a:p>
        </p:txBody>
      </p:sp>
      <p:sp>
        <p:nvSpPr>
          <p:cNvPr id="29" name="PlaceHolder 3"/>
          <p:cNvSpPr>
            <a:spLocks noGrp="1"/>
          </p:cNvSpPr>
          <p:nvPr>
            <p:ph type="body"/>
          </p:nvPr>
        </p:nvSpPr>
        <p:spPr>
          <a:xfrm>
            <a:off x="4800960" y="365040"/>
            <a:ext cx="3773520" cy="58111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 name="PlaceHolder 4"/>
          <p:cNvSpPr>
            <a:spLocks noGrp="1"/>
          </p:cNvSpPr>
          <p:nvPr>
            <p:ph type="ftr" idx="16"/>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1" name="PlaceHolder 5"/>
          <p:cNvSpPr>
            <a:spLocks noGrp="1"/>
          </p:cNvSpPr>
          <p:nvPr>
            <p:ph type="sldNum" idx="17"/>
          </p:nvPr>
        </p:nvSpPr>
        <p:spPr>
          <a:xfrm>
            <a:off x="8714880" y="6025680"/>
            <a:ext cx="2742480" cy="4010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442ABB62-B608-450E-B4B6-AE71D85102A1}" type="slidenum">
              <a:rPr b="0" lang="en-US" sz="1600" spc="-1" strike="noStrike">
                <a:solidFill>
                  <a:srgbClr val="1c7ddb"/>
                </a:solidFill>
                <a:latin typeface="Abadi"/>
              </a:rPr>
              <a:t>&lt;number&gt;</a:t>
            </a:fld>
            <a:endParaRPr b="0" lang="en-US" sz="1600" spc="-1" strike="noStrike">
              <a:solidFill>
                <a:srgbClr val="000000"/>
              </a:solidFill>
              <a:latin typeface="Times New Roman"/>
            </a:endParaRPr>
          </a:p>
        </p:txBody>
      </p:sp>
      <p:sp>
        <p:nvSpPr>
          <p:cNvPr id="32" name="PlaceHolder 6"/>
          <p:cNvSpPr>
            <a:spLocks noGrp="1"/>
          </p:cNvSpPr>
          <p:nvPr>
            <p:ph type="dt" idx="18"/>
          </p:nvPr>
        </p:nvSpPr>
        <p:spPr>
          <a:xfrm>
            <a:off x="838080" y="6356520"/>
            <a:ext cx="2742480" cy="364320"/>
          </a:xfrm>
          <a:prstGeom prst="rect">
            <a:avLst/>
          </a:prstGeom>
          <a:noFill/>
          <a:ln w="0">
            <a:noFill/>
          </a:ln>
        </p:spPr>
        <p:txBody>
          <a:bodyPr lIns="90000" rIns="90000" tIns="45000" bIns="4500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ftr" idx="19"/>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 name="PlaceHolder 2"/>
          <p:cNvSpPr>
            <a:spLocks noGrp="1"/>
          </p:cNvSpPr>
          <p:nvPr>
            <p:ph type="sldNum" idx="20"/>
          </p:nvPr>
        </p:nvSpPr>
        <p:spPr>
          <a:xfrm>
            <a:off x="8714880" y="6025680"/>
            <a:ext cx="2742480" cy="4010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D7A1F0C4-A251-48C5-9BC6-50C3800DC841}" type="slidenum">
              <a:rPr b="0" lang="en-US" sz="1600" spc="-1" strike="noStrike">
                <a:solidFill>
                  <a:srgbClr val="1c7ddb"/>
                </a:solidFill>
                <a:latin typeface="Abadi"/>
              </a:rPr>
              <a:t>&lt;number&gt;</a:t>
            </a:fld>
            <a:endParaRPr b="0" lang="en-US" sz="1600" spc="-1" strike="noStrike">
              <a:solidFill>
                <a:srgbClr val="000000"/>
              </a:solidFill>
              <a:latin typeface="Times New Roman"/>
            </a:endParaRPr>
          </a:p>
        </p:txBody>
      </p:sp>
      <p:sp>
        <p:nvSpPr>
          <p:cNvPr id="38" name="PlaceHolder 3"/>
          <p:cNvSpPr>
            <a:spLocks noGrp="1"/>
          </p:cNvSpPr>
          <p:nvPr>
            <p:ph type="dt" idx="21"/>
          </p:nvPr>
        </p:nvSpPr>
        <p:spPr>
          <a:xfrm>
            <a:off x="838080" y="6356520"/>
            <a:ext cx="2742480" cy="364320"/>
          </a:xfrm>
          <a:prstGeom prst="rect">
            <a:avLst/>
          </a:prstGeom>
          <a:noFill/>
          <a:ln w="0">
            <a:noFill/>
          </a:ln>
        </p:spPr>
        <p:txBody>
          <a:bodyPr lIns="90000" rIns="90000" tIns="45000" bIns="4500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0" name="PlaceHolder 2"/>
          <p:cNvSpPr>
            <a:spLocks noGrp="1"/>
          </p:cNvSpPr>
          <p:nvPr>
            <p:ph type="ftr" idx="22"/>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 name="PlaceHolder 3"/>
          <p:cNvSpPr>
            <a:spLocks noGrp="1"/>
          </p:cNvSpPr>
          <p:nvPr>
            <p:ph type="sldNum" idx="23"/>
          </p:nvPr>
        </p:nvSpPr>
        <p:spPr>
          <a:xfrm>
            <a:off x="8714880" y="6025680"/>
            <a:ext cx="2742480" cy="4010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5C574BF3-FA6A-4956-833E-B28AB7F04F38}" type="slidenum">
              <a:rPr b="0" lang="en-US" sz="1600" spc="-1" strike="noStrike">
                <a:solidFill>
                  <a:srgbClr val="1c7ddb"/>
                </a:solidFill>
                <a:latin typeface="Abadi"/>
              </a:rPr>
              <a:t>&lt;number&gt;</a:t>
            </a:fld>
            <a:endParaRPr b="0" lang="en-US" sz="1600" spc="-1" strike="noStrike">
              <a:solidFill>
                <a:srgbClr val="000000"/>
              </a:solidFill>
              <a:latin typeface="Times New Roman"/>
            </a:endParaRPr>
          </a:p>
        </p:txBody>
      </p:sp>
      <p:sp>
        <p:nvSpPr>
          <p:cNvPr id="42" name="PlaceHolder 4"/>
          <p:cNvSpPr>
            <a:spLocks noGrp="1"/>
          </p:cNvSpPr>
          <p:nvPr>
            <p:ph type="dt" idx="24"/>
          </p:nvPr>
        </p:nvSpPr>
        <p:spPr>
          <a:xfrm>
            <a:off x="838080" y="6356520"/>
            <a:ext cx="2742480" cy="364320"/>
          </a:xfrm>
          <a:prstGeom prst="rect">
            <a:avLst/>
          </a:prstGeom>
          <a:noFill/>
          <a:ln w="0">
            <a:noFill/>
          </a:ln>
        </p:spPr>
        <p:txBody>
          <a:bodyPr lIns="90000" rIns="90000" tIns="45000" bIns="4500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5"/>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6"/>
          </p:nvPr>
        </p:nvSpPr>
        <p:spPr>
          <a:xfrm>
            <a:off x="8714880" y="6025680"/>
            <a:ext cx="2742480" cy="4010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E3697EDE-F165-4596-BAE8-132AD2EBDA2D}" type="slidenum">
              <a:rPr b="0" lang="en-US" sz="1600" spc="-1" strike="noStrike">
                <a:solidFill>
                  <a:srgbClr val="1c7ddb"/>
                </a:solidFill>
                <a:latin typeface="Abadi"/>
              </a:rPr>
              <a:t>&lt;number&gt;</a:t>
            </a:fld>
            <a:endParaRPr b="0" lang="en-US" sz="1600" spc="-1" strike="noStrike">
              <a:solidFill>
                <a:srgbClr val="000000"/>
              </a:solidFill>
              <a:latin typeface="Times New Roman"/>
            </a:endParaRPr>
          </a:p>
        </p:txBody>
      </p:sp>
      <p:sp>
        <p:nvSpPr>
          <p:cNvPr id="46" name="PlaceHolder 3"/>
          <p:cNvSpPr>
            <a:spLocks noGrp="1"/>
          </p:cNvSpPr>
          <p:nvPr>
            <p:ph type="dt" idx="27"/>
          </p:nvPr>
        </p:nvSpPr>
        <p:spPr>
          <a:xfrm>
            <a:off x="838080" y="6356520"/>
            <a:ext cx="2742480" cy="364320"/>
          </a:xfrm>
          <a:prstGeom prst="rect">
            <a:avLst/>
          </a:prstGeom>
          <a:noFill/>
          <a:ln w="0">
            <a:noFill/>
          </a:ln>
        </p:spPr>
        <p:txBody>
          <a:bodyPr lIns="90000" rIns="90000" tIns="45000" bIns="4500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28"/>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29"/>
          </p:nvPr>
        </p:nvSpPr>
        <p:spPr>
          <a:xfrm>
            <a:off x="8714880" y="6025680"/>
            <a:ext cx="2742480" cy="4010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68BB506E-7FB5-44DE-8B9C-E29E8D889D21}" type="slidenum">
              <a:rPr b="0" lang="en-US" sz="1600" spc="-1" strike="noStrike">
                <a:solidFill>
                  <a:srgbClr val="1c7ddb"/>
                </a:solidFill>
                <a:latin typeface="Abadi"/>
              </a:rPr>
              <a:t>&lt;number&gt;</a:t>
            </a:fld>
            <a:endParaRPr b="0" lang="en-US" sz="1600" spc="-1" strike="noStrike">
              <a:solidFill>
                <a:srgbClr val="000000"/>
              </a:solidFill>
              <a:latin typeface="Times New Roman"/>
            </a:endParaRPr>
          </a:p>
        </p:txBody>
      </p:sp>
      <p:sp>
        <p:nvSpPr>
          <p:cNvPr id="49" name="PlaceHolder 3"/>
          <p:cNvSpPr>
            <a:spLocks noGrp="1"/>
          </p:cNvSpPr>
          <p:nvPr>
            <p:ph type="dt" idx="30"/>
          </p:nvPr>
        </p:nvSpPr>
        <p:spPr>
          <a:xfrm>
            <a:off x="838080" y="6356520"/>
            <a:ext cx="2742480" cy="364320"/>
          </a:xfrm>
          <a:prstGeom prst="rect">
            <a:avLst/>
          </a:prstGeom>
          <a:noFill/>
          <a:ln w="0">
            <a:noFill/>
          </a:ln>
        </p:spPr>
        <p:txBody>
          <a:bodyPr lIns="90000" rIns="90000" tIns="45000" bIns="4500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ftr" idx="31"/>
          </p:nvPr>
        </p:nvSpPr>
        <p:spPr>
          <a:xfrm>
            <a:off x="4038480" y="6356520"/>
            <a:ext cx="4114080" cy="364320"/>
          </a:xfrm>
          <a:prstGeom prst="rect">
            <a:avLst/>
          </a:prstGeom>
          <a:noFill/>
          <a:ln w="0">
            <a:noFill/>
          </a:ln>
        </p:spPr>
        <p:txBody>
          <a:bodyPr lIns="90000" rIns="90000" tIns="45000" bIns="4500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1" name="PlaceHolder 2"/>
          <p:cNvSpPr>
            <a:spLocks noGrp="1"/>
          </p:cNvSpPr>
          <p:nvPr>
            <p:ph type="sldNum" idx="32"/>
          </p:nvPr>
        </p:nvSpPr>
        <p:spPr>
          <a:xfrm>
            <a:off x="8714880" y="6025680"/>
            <a:ext cx="2742480" cy="40104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EAA86638-1132-46F5-B958-FFC75A2E4E40}" type="slidenum">
              <a:rPr b="0" lang="en-US" sz="1600" spc="-1" strike="noStrike">
                <a:solidFill>
                  <a:srgbClr val="1c7ddb"/>
                </a:solidFill>
                <a:latin typeface="Abadi"/>
              </a:rPr>
              <a:t>&lt;number&gt;</a:t>
            </a:fld>
            <a:endParaRPr b="0" lang="en-US" sz="1600" spc="-1" strike="noStrike">
              <a:solidFill>
                <a:srgbClr val="000000"/>
              </a:solidFill>
              <a:latin typeface="Times New Roman"/>
            </a:endParaRPr>
          </a:p>
        </p:txBody>
      </p:sp>
      <p:sp>
        <p:nvSpPr>
          <p:cNvPr id="52" name="PlaceHolder 3"/>
          <p:cNvSpPr>
            <a:spLocks noGrp="1"/>
          </p:cNvSpPr>
          <p:nvPr>
            <p:ph type="dt" idx="33"/>
          </p:nvPr>
        </p:nvSpPr>
        <p:spPr>
          <a:xfrm>
            <a:off x="838080" y="6356520"/>
            <a:ext cx="2742480" cy="364320"/>
          </a:xfrm>
          <a:prstGeom prst="rect">
            <a:avLst/>
          </a:prstGeom>
          <a:noFill/>
          <a:ln w="0">
            <a:noFill/>
          </a:ln>
        </p:spPr>
        <p:txBody>
          <a:bodyPr lIns="90000" rIns="90000" tIns="45000" bIns="4500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6.png"/><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7.pn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9" name="TextBox 5"/>
          <p:cNvSpPr/>
          <p:nvPr/>
        </p:nvSpPr>
        <p:spPr>
          <a:xfrm>
            <a:off x="888480" y="4568760"/>
            <a:ext cx="251388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pc="-1" strike="noStrike">
                <a:solidFill>
                  <a:schemeClr val="lt2"/>
                </a:solidFill>
                <a:latin typeface="Abadi"/>
                <a:ea typeface="SF Pro"/>
              </a:rPr>
              <a:t>&lt;Frano Rihter&gt;</a:t>
            </a:r>
            <a:endParaRPr b="0" lang="en-US" sz="1800" spc="-1" strike="noStrike">
              <a:solidFill>
                <a:srgbClr val="ffffff"/>
              </a:solidFill>
              <a:latin typeface="Arial"/>
            </a:endParaRPr>
          </a:p>
          <a:p>
            <a:pPr defTabSz="914400">
              <a:lnSpc>
                <a:spcPct val="100000"/>
              </a:lnSpc>
            </a:pPr>
            <a:r>
              <a:rPr b="0" lang="en-US" sz="1800" spc="-1" strike="noStrike">
                <a:solidFill>
                  <a:schemeClr val="lt2"/>
                </a:solidFill>
                <a:latin typeface="Abadi"/>
                <a:ea typeface="SF Pro"/>
              </a:rPr>
              <a:t>&lt;28-08-2026&gt;</a:t>
            </a:r>
            <a:endParaRPr b="0" lang="en-US" sz="1800" spc="-1" strike="noStrike">
              <a:solidFill>
                <a:srgbClr val="ffffff"/>
              </a:solidFill>
              <a:latin typeface="Arial"/>
            </a:endParaRPr>
          </a:p>
        </p:txBody>
      </p:sp>
      <p:pic>
        <p:nvPicPr>
          <p:cNvPr id="60" name="Picture 2" descr="IBM Skills Network Logo - Horizontal-noai copy.png"/>
          <p:cNvPicPr/>
          <p:nvPr/>
        </p:nvPicPr>
        <p:blipFill>
          <a:blip r:embed="rId2"/>
          <a:stretch/>
        </p:blipFill>
        <p:spPr>
          <a:xfrm>
            <a:off x="889920" y="676800"/>
            <a:ext cx="2103480" cy="628560"/>
          </a:xfrm>
          <a:prstGeom prst="rect">
            <a:avLst/>
          </a:prstGeom>
          <a:ln w="0">
            <a:noFill/>
          </a:ln>
        </p:spPr>
      </p:pic>
    </p:spTree>
  </p:cSld>
  <p:transition spd="slow">
    <p:push dir="u"/>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1" name="PlaceHolder 1"/>
          <p:cNvSpPr>
            <a:spLocks noGrp="1"/>
          </p:cNvSpPr>
          <p:nvPr>
            <p:ph type="sldNum" idx="37"/>
          </p:nvPr>
        </p:nvSpPr>
        <p:spPr>
          <a:xfrm>
            <a:off x="8714880" y="6025680"/>
            <a:ext cx="2742480" cy="401040"/>
          </a:xfrm>
          <a:prstGeom prst="rect">
            <a:avLst/>
          </a:prstGeom>
          <a:noFill/>
          <a:ln w="0">
            <a:noFill/>
          </a:ln>
        </p:spPr>
        <p:txBody>
          <a:bodyPr lIns="91440" rIns="91440" tIns="45720" bIns="45720" anchor="ctr">
            <a:norm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017E7F03-A48E-4410-9BFC-17A0049B80B0}" type="slidenum">
              <a:rPr b="0" lang="en-US" sz="1600" spc="-1" strike="noStrike">
                <a:solidFill>
                  <a:srgbClr val="1c7ddb"/>
                </a:solidFill>
                <a:latin typeface="Abadi"/>
              </a:rPr>
              <a:t>2</a:t>
            </a:fld>
            <a:endParaRPr b="0" lang="en-US" sz="1600" spc="-1" strike="noStrike">
              <a:solidFill>
                <a:srgbClr val="000000"/>
              </a:solidFill>
              <a:latin typeface="Times New Roman"/>
            </a:endParaRPr>
          </a:p>
        </p:txBody>
      </p:sp>
      <p:sp>
        <p:nvSpPr>
          <p:cNvPr id="62" name="Content Placeholder 2"/>
          <p:cNvSpPr/>
          <p:nvPr/>
        </p:nvSpPr>
        <p:spPr>
          <a:xfrm>
            <a:off x="958680" y="2113200"/>
            <a:ext cx="5166360" cy="3320280"/>
          </a:xfrm>
          <a:prstGeom prst="rect">
            <a:avLst/>
          </a:prstGeom>
          <a:noFill/>
          <a:ln w="0">
            <a:noFill/>
          </a:ln>
        </p:spPr>
        <p:style>
          <a:lnRef idx="0"/>
          <a:fillRef idx="0"/>
          <a:effectRef idx="0"/>
          <a:fontRef idx="minor"/>
        </p:style>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Executive Summary</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Introduction</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Methodology</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Results</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Conclusion</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Appendix</a:t>
            </a:r>
            <a:endParaRPr b="0" lang="en-US" sz="2200" spc="-1" strike="noStrike">
              <a:solidFill>
                <a:srgbClr val="000000"/>
              </a:solidFill>
              <a:latin typeface="Arial"/>
            </a:endParaRPr>
          </a:p>
        </p:txBody>
      </p:sp>
      <p:sp>
        <p:nvSpPr>
          <p:cNvPr id="63"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Outline</a:t>
            </a:r>
            <a:endParaRPr b="0" lang="en-US"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4" name="PlaceHolder 1"/>
          <p:cNvSpPr>
            <a:spLocks noGrp="1"/>
          </p:cNvSpPr>
          <p:nvPr>
            <p:ph type="sldNum" idx="38"/>
          </p:nvPr>
        </p:nvSpPr>
        <p:spPr>
          <a:xfrm>
            <a:off x="8714880" y="6025680"/>
            <a:ext cx="2742480" cy="401040"/>
          </a:xfrm>
          <a:prstGeom prst="rect">
            <a:avLst/>
          </a:prstGeom>
          <a:noFill/>
          <a:ln w="0">
            <a:noFill/>
          </a:ln>
        </p:spPr>
        <p:txBody>
          <a:bodyPr lIns="91440" rIns="91440" tIns="45720" bIns="45720" anchor="ctr">
            <a:normAutofit/>
          </a:bodyPr>
          <a:lstStyle>
            <a:lvl1pPr indent="0" algn="r" defTabSz="914400">
              <a:lnSpc>
                <a:spcPct val="100000"/>
              </a:lnSpc>
              <a:spcAft>
                <a:spcPts val="601"/>
              </a:spcAft>
              <a:buNone/>
              <a:tabLst>
                <a:tab algn="l" pos="0"/>
              </a:tabLst>
              <a:defRPr b="0" lang="en-US" sz="1600" spc="-1" strike="noStrike">
                <a:solidFill>
                  <a:srgbClr val="1c7ddb"/>
                </a:solidFill>
                <a:latin typeface="Abadi"/>
              </a:defRPr>
            </a:lvl1pPr>
          </a:lstStyle>
          <a:p>
            <a:pPr indent="0" algn="r" defTabSz="914400">
              <a:lnSpc>
                <a:spcPct val="100000"/>
              </a:lnSpc>
              <a:spcAft>
                <a:spcPts val="601"/>
              </a:spcAft>
              <a:buNone/>
              <a:tabLst>
                <a:tab algn="l" pos="0"/>
              </a:tabLst>
            </a:pPr>
            <a:fld id="{5974A862-AE4F-416A-8EBB-2A300C06785F}" type="slidenum">
              <a:rPr b="0" lang="en-US" sz="1600" spc="-1" strike="noStrike">
                <a:solidFill>
                  <a:srgbClr val="1c7ddb"/>
                </a:solidFill>
                <a:latin typeface="Abadi"/>
              </a:rPr>
              <a:t>3</a:t>
            </a:fld>
            <a:endParaRPr b="0" lang="en-US" sz="1600" spc="-1" strike="noStrike">
              <a:solidFill>
                <a:srgbClr val="000000"/>
              </a:solidFill>
              <a:latin typeface="Times New Roman"/>
            </a:endParaRPr>
          </a:p>
        </p:txBody>
      </p:sp>
      <p:sp>
        <p:nvSpPr>
          <p:cNvPr id="65" name="Content Placeholder 2"/>
          <p:cNvSpPr/>
          <p:nvPr/>
        </p:nvSpPr>
        <p:spPr>
          <a:xfrm>
            <a:off x="959040" y="2684880"/>
            <a:ext cx="4017240" cy="1039320"/>
          </a:xfrm>
          <a:prstGeom prst="rect">
            <a:avLst/>
          </a:prstGeom>
          <a:noFill/>
          <a:ln w="0">
            <a:noFill/>
          </a:ln>
        </p:spPr>
        <p:style>
          <a:lnRef idx="0"/>
          <a:fillRef idx="0"/>
          <a:effectRef idx="0"/>
          <a:fontRef idx="minor"/>
        </p:style>
        <p:txBody>
          <a:bodyPr lIns="90000" rIns="90000" tIns="45000" bIns="45000" anchor="t">
            <a:normAutofit fontScale="98333" lnSpcReduction="20000"/>
          </a:bodyPr>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Summary of methodologies</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Summary of all results</a:t>
            </a:r>
            <a:endParaRPr b="0" lang="en-US" sz="2200" spc="-1" strike="noStrike">
              <a:solidFill>
                <a:srgbClr val="000000"/>
              </a:solidFill>
              <a:latin typeface="Arial"/>
            </a:endParaRPr>
          </a:p>
        </p:txBody>
      </p:sp>
      <p:sp>
        <p:nvSpPr>
          <p:cNvPr id="66"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Executive Summary</a:t>
            </a:r>
            <a:endParaRPr b="0" lang="en-US"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7" name="PlaceHolder 1"/>
          <p:cNvSpPr>
            <a:spLocks noGrp="1"/>
          </p:cNvSpPr>
          <p:nvPr>
            <p:ph type="sldNum" idx="39"/>
          </p:nvPr>
        </p:nvSpPr>
        <p:spPr>
          <a:xfrm>
            <a:off x="8714880" y="6025680"/>
            <a:ext cx="2742480" cy="401040"/>
          </a:xfrm>
          <a:prstGeom prst="rect">
            <a:avLst/>
          </a:prstGeom>
          <a:noFill/>
          <a:ln w="0">
            <a:noFill/>
          </a:ln>
        </p:spPr>
        <p:txBody>
          <a:bodyPr lIns="91440" rIns="91440" tIns="45720" bIns="45720" anchor="ctr">
            <a:normAutofit/>
          </a:bodyPr>
          <a:lstStyle>
            <a:lvl1pPr indent="0" algn="r" defTabSz="914400">
              <a:lnSpc>
                <a:spcPct val="100000"/>
              </a:lnSpc>
              <a:spcAft>
                <a:spcPts val="601"/>
              </a:spcAft>
              <a:buNone/>
              <a:tabLst>
                <a:tab algn="l" pos="0"/>
              </a:tabLst>
              <a:defRPr b="0" lang="en-US" sz="1600" spc="-1" strike="noStrike">
                <a:solidFill>
                  <a:srgbClr val="1c7ddb"/>
                </a:solidFill>
                <a:latin typeface="Abadi"/>
              </a:defRPr>
            </a:lvl1pPr>
          </a:lstStyle>
          <a:p>
            <a:pPr indent="0" algn="r" defTabSz="914400">
              <a:lnSpc>
                <a:spcPct val="100000"/>
              </a:lnSpc>
              <a:spcAft>
                <a:spcPts val="601"/>
              </a:spcAft>
              <a:buNone/>
              <a:tabLst>
                <a:tab algn="l" pos="0"/>
              </a:tabLst>
            </a:pPr>
            <a:fld id="{D70AD88D-0602-4404-94FB-46BF6CB4D0A7}" type="slidenum">
              <a:rPr b="0" lang="en-US" sz="1600" spc="-1" strike="noStrike">
                <a:solidFill>
                  <a:srgbClr val="1c7ddb"/>
                </a:solidFill>
                <a:latin typeface="Abadi"/>
              </a:rPr>
              <a:t>4</a:t>
            </a:fld>
            <a:endParaRPr b="0" lang="en-US" sz="1600" spc="-1" strike="noStrike">
              <a:solidFill>
                <a:srgbClr val="000000"/>
              </a:solidFill>
              <a:latin typeface="Times New Roman"/>
            </a:endParaRPr>
          </a:p>
        </p:txBody>
      </p:sp>
      <p:sp>
        <p:nvSpPr>
          <p:cNvPr id="68" name="Title 1"/>
          <p:cNvSpPr/>
          <p:nvPr/>
        </p:nvSpPr>
        <p:spPr>
          <a:xfrm>
            <a:off x="828000" y="538560"/>
            <a:ext cx="105292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Introduction</a:t>
            </a:r>
            <a:endParaRPr b="0" lang="en-US" sz="4000" spc="-1" strike="noStrike">
              <a:solidFill>
                <a:srgbClr val="000000"/>
              </a:solidFill>
              <a:latin typeface="Arial"/>
            </a:endParaRPr>
          </a:p>
        </p:txBody>
      </p:sp>
      <p:sp>
        <p:nvSpPr>
          <p:cNvPr id="69" name="Content Placeholder 2"/>
          <p:cNvSpPr/>
          <p:nvPr/>
        </p:nvSpPr>
        <p:spPr>
          <a:xfrm>
            <a:off x="958680" y="2521440"/>
            <a:ext cx="5660280" cy="1897560"/>
          </a:xfrm>
          <a:prstGeom prst="rect">
            <a:avLst/>
          </a:prstGeom>
          <a:noFill/>
          <a:ln w="0">
            <a:noFill/>
          </a:ln>
        </p:spPr>
        <p:style>
          <a:lnRef idx="0"/>
          <a:fillRef idx="0"/>
          <a:effectRef idx="0"/>
          <a:fontRef idx="minor"/>
        </p:style>
        <p:txBody>
          <a:bodyPr lIns="90000" rIns="90000" tIns="45000" bIns="45000" anchor="t">
            <a:normAutofit/>
          </a:bodyPr>
          <a:p>
            <a:pPr marL="228600" indent="-228600" defTabSz="914400">
              <a:lnSpc>
                <a:spcPct val="90000"/>
              </a:lnSpc>
              <a:spcBef>
                <a:spcPts val="1400"/>
              </a:spcBef>
              <a:buClr>
                <a:srgbClr val="292929"/>
              </a:buClr>
              <a:buFont typeface="Arial"/>
              <a:buChar char="•"/>
            </a:pPr>
            <a:r>
              <a:rPr b="0" lang="en-US" sz="2200" spc="-1" strike="noStrike">
                <a:solidFill>
                  <a:schemeClr val="accent3">
                    <a:lumMod val="25000"/>
                  </a:schemeClr>
                </a:solidFill>
                <a:latin typeface="Abadi"/>
              </a:rPr>
              <a:t>Project background and context</a:t>
            </a:r>
            <a:endParaRPr b="0" lang="en-US" sz="2200" spc="-1" strike="noStrike">
              <a:solidFill>
                <a:srgbClr val="000000"/>
              </a:solidFill>
              <a:latin typeface="Arial"/>
            </a:endParaRPr>
          </a:p>
          <a:p>
            <a:pPr marL="228600" indent="-228600" defTabSz="914400">
              <a:lnSpc>
                <a:spcPct val="90000"/>
              </a:lnSpc>
              <a:spcBef>
                <a:spcPts val="1400"/>
              </a:spcBef>
              <a:buClr>
                <a:srgbClr val="292929"/>
              </a:buClr>
              <a:buFont typeface="Arial"/>
              <a:buChar char="•"/>
            </a:pPr>
            <a:r>
              <a:rPr b="0" lang="en-US" sz="2200" spc="-1" strike="noStrike">
                <a:solidFill>
                  <a:schemeClr val="accent3">
                    <a:lumMod val="25000"/>
                  </a:schemeClr>
                </a:solidFill>
                <a:latin typeface="Abadi"/>
              </a:rPr>
              <a:t>Problems you want to find answers</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0" name="PlaceHolder 1"/>
          <p:cNvSpPr>
            <a:spLocks noGrp="1"/>
          </p:cNvSpPr>
          <p:nvPr>
            <p:ph type="sldNum" idx="40"/>
          </p:nvPr>
        </p:nvSpPr>
        <p:spPr>
          <a:xfrm>
            <a:off x="944892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600" spc="-1" strike="noStrike">
                <a:solidFill>
                  <a:srgbClr val="1c7ddb"/>
                </a:solidFill>
                <a:latin typeface="Abadi"/>
              </a:defRPr>
            </a:lvl1pPr>
          </a:lstStyle>
          <a:p>
            <a:pPr indent="0" algn="r" defTabSz="914400">
              <a:lnSpc>
                <a:spcPct val="100000"/>
              </a:lnSpc>
              <a:buNone/>
              <a:tabLst>
                <a:tab algn="l" pos="0"/>
              </a:tabLst>
            </a:pPr>
            <a:fld id="{06657067-C2A4-4A67-A096-0F9F3E78BD77}" type="slidenum">
              <a:rPr b="0" lang="en-US" sz="1600" spc="-1" strike="noStrike">
                <a:solidFill>
                  <a:srgbClr val="1c7ddb"/>
                </a:solidFill>
                <a:latin typeface="Abadi"/>
              </a:rPr>
              <a:t>4</a:t>
            </a:fld>
            <a:endParaRPr b="0" lang="en-US" sz="1600" spc="-1" strike="noStrike">
              <a:solidFill>
                <a:srgbClr val="ffffff"/>
              </a:solidFill>
              <a:latin typeface="Times New Roman"/>
            </a:endParaRPr>
          </a:p>
        </p:txBody>
      </p:sp>
      <p:sp>
        <p:nvSpPr>
          <p:cNvPr id="71" name="TextBox 1"/>
          <p:cNvSpPr/>
          <p:nvPr/>
        </p:nvSpPr>
        <p:spPr>
          <a:xfrm>
            <a:off x="717120" y="2812680"/>
            <a:ext cx="1154880" cy="363960"/>
          </a:xfrm>
          <a:prstGeom prst="rect">
            <a:avLst/>
          </a:prstGeom>
          <a:solidFill>
            <a:srgbClr val="0948cb"/>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lt1"/>
                </a:solidFill>
                <a:latin typeface="Calibri"/>
              </a:rPr>
              <a:t>Section 1</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2" name="Content Placeholder 2"/>
          <p:cNvSpPr/>
          <p:nvPr/>
        </p:nvSpPr>
        <p:spPr>
          <a:xfrm>
            <a:off x="770040" y="1580760"/>
            <a:ext cx="10104120" cy="5211000"/>
          </a:xfrm>
          <a:prstGeom prst="rect">
            <a:avLst/>
          </a:prstGeom>
          <a:noFill/>
          <a:ln w="0">
            <a:noFill/>
          </a:ln>
        </p:spPr>
        <p:style>
          <a:lnRef idx="0"/>
          <a:fillRef idx="0"/>
          <a:effectRef idx="0"/>
          <a:fontRef idx="minor"/>
        </p:style>
        <p:txBody>
          <a:bodyPr lIns="90000" rIns="90000" tIns="45000" bIns="45000" anchor="t">
            <a:normAutofit fontScale="26111"/>
          </a:bodyPr>
          <a:p>
            <a:pPr defTabSz="914400">
              <a:lnSpc>
                <a:spcPct val="120000"/>
              </a:lnSpc>
              <a:spcBef>
                <a:spcPts val="1400"/>
              </a:spcBef>
              <a:tabLst>
                <a:tab algn="l" pos="0"/>
              </a:tabLst>
            </a:pPr>
            <a:r>
              <a:rPr b="0" lang="en-US" sz="8800" spc="-1" strike="noStrike">
                <a:solidFill>
                  <a:srgbClr val="0b49cb"/>
                </a:solidFill>
                <a:latin typeface="Abadi"/>
              </a:rPr>
              <a:t>Executive Summary</a:t>
            </a:r>
            <a:endParaRPr b="0" lang="en-US" sz="8800" spc="-1" strike="noStrike">
              <a:solidFill>
                <a:srgbClr val="000000"/>
              </a:solidFill>
              <a:latin typeface="Arial"/>
            </a:endParaRPr>
          </a:p>
          <a:p>
            <a:pPr marL="228600" indent="-228600" defTabSz="914400">
              <a:lnSpc>
                <a:spcPct val="120000"/>
              </a:lnSpc>
              <a:spcBef>
                <a:spcPts val="1400"/>
              </a:spcBef>
              <a:buClr>
                <a:srgbClr val="292929"/>
              </a:buClr>
              <a:buFont typeface="Arial"/>
              <a:buChar char="•"/>
              <a:tabLst>
                <a:tab algn="l" pos="0"/>
              </a:tabLst>
            </a:pPr>
            <a:r>
              <a:rPr b="0" lang="en-US" sz="8800" spc="-1" strike="noStrike">
                <a:solidFill>
                  <a:schemeClr val="accent3">
                    <a:lumMod val="25000"/>
                  </a:schemeClr>
                </a:solidFill>
                <a:latin typeface="Abadi"/>
              </a:rPr>
              <a:t>Data collection methodology:</a:t>
            </a:r>
            <a:endParaRPr b="0" lang="en-US" sz="8800" spc="-1" strike="noStrike">
              <a:solidFill>
                <a:srgbClr val="000000"/>
              </a:solidFill>
              <a:latin typeface="Arial"/>
            </a:endParaRPr>
          </a:p>
          <a:p>
            <a:pPr lvl="1" marL="685800" indent="-228600" defTabSz="914400">
              <a:lnSpc>
                <a:spcPct val="120000"/>
              </a:lnSpc>
              <a:spcBef>
                <a:spcPts val="1400"/>
              </a:spcBef>
              <a:buClr>
                <a:srgbClr val="767171"/>
              </a:buClr>
              <a:buFont typeface="Arial"/>
              <a:buChar char="•"/>
              <a:tabLst>
                <a:tab algn="l" pos="0"/>
              </a:tabLst>
            </a:pPr>
            <a:r>
              <a:rPr b="0" lang="en-US" sz="7600" spc="-1" strike="noStrike">
                <a:solidFill>
                  <a:schemeClr val="lt2">
                    <a:lumMod val="50000"/>
                  </a:schemeClr>
                </a:solidFill>
                <a:latin typeface="Abadi"/>
              </a:rPr>
              <a:t>Describe how data was collected </a:t>
            </a:r>
            <a:endParaRPr b="0" lang="en-US" sz="7600" spc="-1" strike="noStrike">
              <a:solidFill>
                <a:srgbClr val="000000"/>
              </a:solidFill>
              <a:latin typeface="Arial"/>
            </a:endParaRPr>
          </a:p>
          <a:p>
            <a:pPr marL="228600" indent="-228600" defTabSz="914400">
              <a:lnSpc>
                <a:spcPct val="120000"/>
              </a:lnSpc>
              <a:spcBef>
                <a:spcPts val="1400"/>
              </a:spcBef>
              <a:buClr>
                <a:srgbClr val="292929"/>
              </a:buClr>
              <a:buFont typeface="Arial"/>
              <a:buChar char="•"/>
              <a:tabLst>
                <a:tab algn="l" pos="0"/>
              </a:tabLst>
            </a:pPr>
            <a:r>
              <a:rPr b="0" lang="en-US" sz="8800" spc="-1" strike="noStrike">
                <a:solidFill>
                  <a:schemeClr val="accent3">
                    <a:lumMod val="25000"/>
                  </a:schemeClr>
                </a:solidFill>
                <a:latin typeface="Abadi"/>
              </a:rPr>
              <a:t>Perform data wrangling</a:t>
            </a:r>
            <a:endParaRPr b="0" lang="en-US" sz="8800" spc="-1" strike="noStrike">
              <a:solidFill>
                <a:srgbClr val="000000"/>
              </a:solidFill>
              <a:latin typeface="Arial"/>
            </a:endParaRPr>
          </a:p>
          <a:p>
            <a:pPr lvl="1" marL="685800" indent="-228600" defTabSz="914400">
              <a:lnSpc>
                <a:spcPct val="120000"/>
              </a:lnSpc>
              <a:spcBef>
                <a:spcPts val="1400"/>
              </a:spcBef>
              <a:buClr>
                <a:srgbClr val="767171"/>
              </a:buClr>
              <a:buFont typeface="Arial"/>
              <a:buChar char="•"/>
              <a:tabLst>
                <a:tab algn="l" pos="0"/>
              </a:tabLst>
            </a:pPr>
            <a:r>
              <a:rPr b="0" lang="en-US" sz="7600" spc="-1" strike="noStrike">
                <a:solidFill>
                  <a:schemeClr val="lt2">
                    <a:lumMod val="50000"/>
                  </a:schemeClr>
                </a:solidFill>
                <a:latin typeface="Abadi"/>
              </a:rPr>
              <a:t>Describe how data was processed</a:t>
            </a:r>
            <a:endParaRPr b="0" lang="en-US" sz="7600" spc="-1" strike="noStrike">
              <a:solidFill>
                <a:srgbClr val="000000"/>
              </a:solidFill>
              <a:latin typeface="Arial"/>
            </a:endParaRPr>
          </a:p>
          <a:p>
            <a:pPr marL="228600" indent="-228600" defTabSz="914400">
              <a:lnSpc>
                <a:spcPct val="120000"/>
              </a:lnSpc>
              <a:spcBef>
                <a:spcPts val="1400"/>
              </a:spcBef>
              <a:buClr>
                <a:srgbClr val="292929"/>
              </a:buClr>
              <a:buFont typeface="Arial"/>
              <a:buChar char="•"/>
              <a:tabLst>
                <a:tab algn="l" pos="0"/>
              </a:tabLst>
            </a:pPr>
            <a:r>
              <a:rPr b="0" lang="en-US" sz="8800" spc="-1" strike="noStrike">
                <a:solidFill>
                  <a:schemeClr val="accent3">
                    <a:lumMod val="25000"/>
                  </a:schemeClr>
                </a:solidFill>
                <a:latin typeface="Abadi"/>
              </a:rPr>
              <a:t>Perform exploratory data analysis (EDA) using visualization and SQL</a:t>
            </a:r>
            <a:endParaRPr b="0" lang="en-US" sz="8800" spc="-1" strike="noStrike">
              <a:solidFill>
                <a:srgbClr val="000000"/>
              </a:solidFill>
              <a:latin typeface="Arial"/>
            </a:endParaRPr>
          </a:p>
          <a:p>
            <a:pPr marL="228600" indent="-228600" defTabSz="914400">
              <a:lnSpc>
                <a:spcPct val="120000"/>
              </a:lnSpc>
              <a:spcBef>
                <a:spcPts val="1400"/>
              </a:spcBef>
              <a:buClr>
                <a:srgbClr val="292929"/>
              </a:buClr>
              <a:buFont typeface="Arial"/>
              <a:buChar char="•"/>
              <a:tabLst>
                <a:tab algn="l" pos="0"/>
              </a:tabLst>
            </a:pPr>
            <a:r>
              <a:rPr b="0" lang="en-US" sz="8800" spc="-1" strike="noStrike">
                <a:solidFill>
                  <a:schemeClr val="accent3">
                    <a:lumMod val="25000"/>
                  </a:schemeClr>
                </a:solidFill>
                <a:latin typeface="Abadi"/>
              </a:rPr>
              <a:t>Perform interactive visual analytics using Folium and Plotly Dash</a:t>
            </a:r>
            <a:endParaRPr b="0" lang="en-US" sz="8800" spc="-1" strike="noStrike">
              <a:solidFill>
                <a:srgbClr val="000000"/>
              </a:solidFill>
              <a:latin typeface="Arial"/>
            </a:endParaRPr>
          </a:p>
          <a:p>
            <a:pPr marL="228600" indent="-228600" defTabSz="914400">
              <a:lnSpc>
                <a:spcPct val="120000"/>
              </a:lnSpc>
              <a:spcBef>
                <a:spcPts val="1400"/>
              </a:spcBef>
              <a:buClr>
                <a:srgbClr val="292929"/>
              </a:buClr>
              <a:buFont typeface="Arial"/>
              <a:buChar char="•"/>
              <a:tabLst>
                <a:tab algn="l" pos="0"/>
              </a:tabLst>
            </a:pPr>
            <a:r>
              <a:rPr b="0" lang="en-US" sz="8800" spc="-1" strike="noStrike">
                <a:solidFill>
                  <a:schemeClr val="accent3">
                    <a:lumMod val="25000"/>
                  </a:schemeClr>
                </a:solidFill>
                <a:latin typeface="Abadi"/>
              </a:rPr>
              <a:t>Perform predictive analysis using classification models</a:t>
            </a:r>
            <a:endParaRPr b="0" lang="en-US" sz="8800" spc="-1" strike="noStrike">
              <a:solidFill>
                <a:srgbClr val="000000"/>
              </a:solidFill>
              <a:latin typeface="Arial"/>
            </a:endParaRPr>
          </a:p>
          <a:p>
            <a:pPr lvl="1" marL="685800" indent="-228600" defTabSz="914400">
              <a:lnSpc>
                <a:spcPct val="120000"/>
              </a:lnSpc>
              <a:spcBef>
                <a:spcPts val="1400"/>
              </a:spcBef>
              <a:buClr>
                <a:srgbClr val="767171"/>
              </a:buClr>
              <a:buFont typeface="Arial"/>
              <a:buChar char="•"/>
              <a:tabLst>
                <a:tab algn="l" pos="0"/>
              </a:tabLst>
            </a:pPr>
            <a:r>
              <a:rPr b="0" lang="en-US" sz="7600" spc="-1" strike="noStrike">
                <a:solidFill>
                  <a:schemeClr val="lt2">
                    <a:lumMod val="50000"/>
                  </a:schemeClr>
                </a:solidFill>
                <a:latin typeface="Abadi"/>
              </a:rPr>
              <a:t>How to build, tune, evaluate classification models</a:t>
            </a:r>
            <a:endParaRPr b="0" lang="en-US" sz="7600" spc="-1" strike="noStrike">
              <a:solidFill>
                <a:srgbClr val="000000"/>
              </a:solidFill>
              <a:latin typeface="Arial"/>
            </a:endParaRPr>
          </a:p>
          <a:p>
            <a:pPr defTabSz="914400">
              <a:lnSpc>
                <a:spcPct val="120000"/>
              </a:lnSpc>
              <a:spcBef>
                <a:spcPts val="1400"/>
              </a:spcBef>
              <a:tabLst>
                <a:tab algn="l" pos="0"/>
              </a:tabLst>
            </a:pPr>
            <a:endParaRPr b="0" lang="en-US" sz="8800" spc="-1" strike="noStrike">
              <a:solidFill>
                <a:srgbClr val="000000"/>
              </a:solidFill>
              <a:latin typeface="Arial"/>
            </a:endParaRPr>
          </a:p>
          <a:p>
            <a:pPr defTabSz="914400">
              <a:lnSpc>
                <a:spcPct val="100000"/>
              </a:lnSpc>
              <a:spcBef>
                <a:spcPts val="1400"/>
              </a:spcBef>
              <a:tabLst>
                <a:tab algn="l" pos="0"/>
              </a:tabLst>
            </a:pPr>
            <a:endParaRPr b="0" lang="en-US" sz="2200" spc="-1" strike="noStrike">
              <a:solidFill>
                <a:srgbClr val="000000"/>
              </a:solidFill>
              <a:latin typeface="Arial"/>
            </a:endParaRPr>
          </a:p>
          <a:p>
            <a:pPr defTabSz="914400">
              <a:lnSpc>
                <a:spcPct val="100000"/>
              </a:lnSpc>
              <a:spcBef>
                <a:spcPts val="1400"/>
              </a:spcBef>
              <a:tabLst>
                <a:tab algn="l" pos="0"/>
              </a:tabLst>
            </a:pPr>
            <a:endParaRPr b="0" lang="en-US" sz="2200" spc="-1" strike="noStrike">
              <a:solidFill>
                <a:srgbClr val="000000"/>
              </a:solidFill>
              <a:latin typeface="Arial"/>
            </a:endParaRPr>
          </a:p>
          <a:p>
            <a:pPr defTabSz="914400">
              <a:lnSpc>
                <a:spcPct val="100000"/>
              </a:lnSpc>
              <a:spcBef>
                <a:spcPts val="1400"/>
              </a:spcBef>
              <a:tabLst>
                <a:tab algn="l" pos="0"/>
              </a:tabLst>
            </a:pPr>
            <a:endParaRPr b="0" lang="en-US" sz="2200" spc="-1" strike="noStrike">
              <a:solidFill>
                <a:srgbClr val="000000"/>
              </a:solidFill>
              <a:latin typeface="Arial"/>
            </a:endParaRPr>
          </a:p>
          <a:p>
            <a:pPr defTabSz="914400">
              <a:lnSpc>
                <a:spcPct val="100000"/>
              </a:lnSpc>
              <a:spcBef>
                <a:spcPts val="1400"/>
              </a:spcBef>
              <a:tabLst>
                <a:tab algn="l" pos="0"/>
              </a:tabLst>
            </a:pPr>
            <a:endParaRPr b="0" lang="en-US" sz="2200" spc="-1" strike="noStrike">
              <a:solidFill>
                <a:srgbClr val="000000"/>
              </a:solidFill>
              <a:latin typeface="Arial"/>
            </a:endParaRPr>
          </a:p>
        </p:txBody>
      </p:sp>
      <p:sp>
        <p:nvSpPr>
          <p:cNvPr id="73"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Methodology</a:t>
            </a:r>
            <a:endParaRPr b="0" lang="en-US" sz="4000" spc="-1" strike="noStrike">
              <a:solidFill>
                <a:srgbClr val="000000"/>
              </a:solidFill>
              <a:latin typeface="Arial"/>
            </a:endParaRPr>
          </a:p>
        </p:txBody>
      </p:sp>
      <p:sp>
        <p:nvSpPr>
          <p:cNvPr id="2" name="PlaceHolder 1"/>
          <p:cNvSpPr>
            <a:spLocks noGrp="1"/>
          </p:cNvSpPr>
          <p:nvPr>
            <p:ph type="sldNum" idx="1"/>
          </p:nvPr>
        </p:nvSpPr>
        <p:spPr/>
        <p:txBody>
          <a:bodyPr/>
          <a:p>
            <a:fld id="{71BC2741-DC13-4818-B06D-083C70096D3F}"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4" name="PlaceHolder 1"/>
          <p:cNvSpPr>
            <a:spLocks noGrp="1"/>
          </p:cNvSpPr>
          <p:nvPr>
            <p:ph/>
          </p:nvPr>
        </p:nvSpPr>
        <p:spPr>
          <a:xfrm>
            <a:off x="770040" y="1825560"/>
            <a:ext cx="10514880" cy="4350600"/>
          </a:xfrm>
          <a:prstGeom prst="rect">
            <a:avLst/>
          </a:prstGeom>
          <a:noFill/>
          <a:ln w="0">
            <a:noFill/>
          </a:ln>
        </p:spPr>
        <p:txBody>
          <a:bodyPr lIns="90000" rIns="90000" tIns="45000" bIns="45000" anchor="t">
            <a:no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ea typeface="Noto Sans CJK SC"/>
              </a:rPr>
              <a:t>Data set was collected using API connection. The sites that where scrapped where Wikipedia and  API using get requests.get(). The HTML data was then cleaned with beautifullsoupe  library. The data was then saved in a csv file for later use.</a:t>
            </a:r>
            <a:endParaRPr b="0" lang="en-US" sz="2200" spc="-1" strike="noStrike">
              <a:solidFill>
                <a:srgbClr val="000000"/>
              </a:solidFill>
              <a:latin typeface="Arial"/>
            </a:endParaRPr>
          </a:p>
          <a:p>
            <a:pPr indent="0" defTabSz="914400">
              <a:lnSpc>
                <a:spcPct val="100000"/>
              </a:lnSpc>
              <a:buNone/>
              <a:tabLst>
                <a:tab algn="l" pos="0"/>
              </a:tabLst>
            </a:pPr>
            <a:endParaRPr b="0" lang="en-US" sz="1800" spc="-1" strike="noStrike">
              <a:solidFill>
                <a:srgbClr val="000000"/>
              </a:solidFill>
              <a:latin typeface="Arial"/>
            </a:endParaRPr>
          </a:p>
        </p:txBody>
      </p:sp>
      <p:sp>
        <p:nvSpPr>
          <p:cNvPr id="75"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Data Collection</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48E3C58D-2D21-4878-B347-65945D258141}"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6" name="PlaceHolder 1"/>
          <p:cNvSpPr>
            <a:spLocks noGrp="1"/>
          </p:cNvSpPr>
          <p:nvPr>
            <p:ph/>
          </p:nvPr>
        </p:nvSpPr>
        <p:spPr>
          <a:xfrm>
            <a:off x="5910120" y="1792440"/>
            <a:ext cx="5460120" cy="4206240"/>
          </a:xfrm>
          <a:prstGeom prst="rect">
            <a:avLst/>
          </a:prstGeom>
          <a:noFill/>
          <a:ln w="0">
            <a:solidFill>
              <a:srgbClr val="0b49cb"/>
            </a:solidFill>
            <a:prstDash val="dash"/>
          </a:ln>
        </p:spPr>
        <p:txBody>
          <a:bodyPr lIns="91440" rIns="91440" tIns="45720" bIns="45720" anchor="t">
            <a:normAutofit/>
          </a:bodyPr>
          <a:p>
            <a:pPr indent="0" defTabSz="914400">
              <a:lnSpc>
                <a:spcPct val="100000"/>
              </a:lnSpc>
              <a:buNone/>
              <a:tabLst>
                <a:tab algn="l" pos="0"/>
              </a:tabLst>
            </a:pPr>
            <a:endParaRPr b="0" lang="en-US" sz="2200" spc="-1" strike="noStrike">
              <a:solidFill>
                <a:srgbClr val="000000"/>
              </a:solidFill>
              <a:latin typeface="Arial"/>
            </a:endParaRPr>
          </a:p>
          <a:p>
            <a:pPr indent="0" defTabSz="914400">
              <a:lnSpc>
                <a:spcPct val="100000"/>
              </a:lnSpc>
              <a:buNone/>
              <a:tabLst>
                <a:tab algn="l" pos="0"/>
              </a:tabLst>
            </a:pPr>
            <a:endParaRPr b="0" lang="en-US" sz="2200" spc="-1" strike="noStrike">
              <a:solidFill>
                <a:srgbClr val="000000"/>
              </a:solidFill>
              <a:latin typeface="Arial"/>
            </a:endParaRPr>
          </a:p>
          <a:p>
            <a:pPr indent="0" defTabSz="914400">
              <a:lnSpc>
                <a:spcPct val="100000"/>
              </a:lnSpc>
              <a:buNone/>
              <a:tabLst>
                <a:tab algn="l" pos="0"/>
              </a:tabLst>
            </a:pPr>
            <a:endParaRPr b="0" lang="en-US" sz="2200" spc="-1" strike="noStrike">
              <a:solidFill>
                <a:srgbClr val="000000"/>
              </a:solidFill>
              <a:latin typeface="Arial"/>
            </a:endParaRPr>
          </a:p>
          <a:p>
            <a:pPr indent="0" defTabSz="914400">
              <a:lnSpc>
                <a:spcPct val="100000"/>
              </a:lnSpc>
              <a:buNone/>
              <a:tabLst>
                <a:tab algn="l" pos="0"/>
              </a:tabLst>
            </a:pPr>
            <a:endParaRPr b="0" lang="en-US" sz="2200" spc="-1" strike="noStrike">
              <a:solidFill>
                <a:srgbClr val="000000"/>
              </a:solidFill>
              <a:latin typeface="Arial"/>
            </a:endParaRPr>
          </a:p>
          <a:p>
            <a:pPr indent="0" defTabSz="914400">
              <a:lnSpc>
                <a:spcPct val="100000"/>
              </a:lnSpc>
              <a:buNone/>
              <a:tabLst>
                <a:tab algn="l" pos="0"/>
              </a:tabLst>
            </a:pPr>
            <a:endParaRPr b="0" lang="en-US" sz="2200" spc="-1" strike="noStrike">
              <a:solidFill>
                <a:srgbClr val="000000"/>
              </a:solidFill>
              <a:latin typeface="Arial"/>
            </a:endParaRPr>
          </a:p>
        </p:txBody>
      </p:sp>
      <p:sp>
        <p:nvSpPr>
          <p:cNvPr id="77" name="PlaceHolder 2"/>
          <p:cNvSpPr>
            <a:spLocks noGrp="1"/>
          </p:cNvSpPr>
          <p:nvPr>
            <p:ph/>
          </p:nvPr>
        </p:nvSpPr>
        <p:spPr>
          <a:xfrm>
            <a:off x="820800" y="1800360"/>
            <a:ext cx="4639680" cy="4225320"/>
          </a:xfrm>
          <a:prstGeom prst="rect">
            <a:avLst/>
          </a:prstGeom>
          <a:noFill/>
          <a:ln w="0">
            <a:noFill/>
          </a:ln>
        </p:spPr>
        <p:txBody>
          <a:bodyPr lIns="91440" rIns="91440" tIns="45720" bIns="45720" anchor="t">
            <a:normAutofit fontScale="89999"/>
          </a:bodyPr>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Web page was accesed using an API key</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Data was transferred to DataFrame</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Data was cleaned using Beautiful Soup</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Data was saved using csv file for later use</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dk1"/>
                </a:solidFill>
                <a:latin typeface="Abadi"/>
              </a:rPr>
              <a:t>https://github.com/franoRihter/data_science_theory/blob/main/10_Applied_Data_Science_Capstone/jupyter-labs-webscraping.ipynb</a:t>
            </a:r>
            <a:endParaRPr b="0" lang="en-US" sz="2200" spc="-1" strike="noStrike">
              <a:solidFill>
                <a:srgbClr val="000000"/>
              </a:solidFill>
              <a:latin typeface="Arial"/>
            </a:endParaRPr>
          </a:p>
        </p:txBody>
      </p:sp>
      <p:sp>
        <p:nvSpPr>
          <p:cNvPr id="78"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Data Collection – SpaceX API</a:t>
            </a:r>
            <a:endParaRPr b="0" lang="en-US" sz="4000" spc="-1" strike="noStrike">
              <a:solidFill>
                <a:srgbClr val="000000"/>
              </a:solidFill>
              <a:latin typeface="Arial"/>
            </a:endParaRPr>
          </a:p>
        </p:txBody>
      </p:sp>
      <p:pic>
        <p:nvPicPr>
          <p:cNvPr id="79" name="" descr=""/>
          <p:cNvPicPr/>
          <p:nvPr/>
        </p:nvPicPr>
        <p:blipFill>
          <a:blip r:embed="rId2"/>
          <a:stretch/>
        </p:blipFill>
        <p:spPr>
          <a:xfrm>
            <a:off x="7772400" y="1531080"/>
            <a:ext cx="1704240" cy="4641120"/>
          </a:xfrm>
          <a:prstGeom prst="rect">
            <a:avLst/>
          </a:prstGeom>
          <a:ln w="0">
            <a:noFill/>
          </a:ln>
        </p:spPr>
      </p:pic>
      <p:sp>
        <p:nvSpPr>
          <p:cNvPr id="4" name="PlaceHolder 3"/>
          <p:cNvSpPr>
            <a:spLocks noGrp="1"/>
          </p:cNvSpPr>
          <p:nvPr>
            <p:ph type="sldNum" idx="1"/>
          </p:nvPr>
        </p:nvSpPr>
        <p:spPr/>
        <p:txBody>
          <a:bodyPr/>
          <a:p>
            <a:fld id="{AF218BBF-F88D-477E-B3DE-561E020EAA1F}"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0"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90000"/>
              </a:lnSpc>
            </a:pPr>
            <a:endParaRPr b="0" lang="en-US" sz="4000" spc="-1" strike="noStrike">
              <a:solidFill>
                <a:srgbClr val="1c7ddb"/>
              </a:solidFill>
              <a:latin typeface="Abadi"/>
              <a:ea typeface="IBM Plex Mono SemiBold"/>
            </a:endParaRPr>
          </a:p>
        </p:txBody>
      </p:sp>
      <p:sp>
        <p:nvSpPr>
          <p:cNvPr id="81" name="Title 1"/>
          <p:cNvSpPr/>
          <p:nvPr/>
        </p:nvSpPr>
        <p:spPr>
          <a:xfrm>
            <a:off x="922320" y="69120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Data Collection - Scraping</a:t>
            </a:r>
            <a:endParaRPr b="0" lang="en-US" sz="4000" spc="-1" strike="noStrike">
              <a:solidFill>
                <a:srgbClr val="000000"/>
              </a:solidFill>
              <a:latin typeface="Arial"/>
            </a:endParaRPr>
          </a:p>
        </p:txBody>
      </p:sp>
      <p:sp>
        <p:nvSpPr>
          <p:cNvPr id="82" name="Content Placeholder 4"/>
          <p:cNvSpPr/>
          <p:nvPr/>
        </p:nvSpPr>
        <p:spPr>
          <a:xfrm>
            <a:off x="5910120" y="1792440"/>
            <a:ext cx="5460120" cy="4206240"/>
          </a:xfrm>
          <a:prstGeom prst="rect">
            <a:avLst/>
          </a:prstGeom>
          <a:noFill/>
          <a:ln w="0">
            <a:solidFill>
              <a:srgbClr val="0b49cb"/>
            </a:solidFill>
            <a:prstDash val="dash"/>
          </a:ln>
        </p:spPr>
        <p:style>
          <a:lnRef idx="0"/>
          <a:fillRef idx="0"/>
          <a:effectRef idx="0"/>
          <a:fontRef idx="minor"/>
        </p:style>
        <p:txBody>
          <a:bodyPr lIns="90000" rIns="90000" tIns="45000" bIns="45000" anchor="t">
            <a:normAutofit/>
          </a:bodyPr>
          <a:p>
            <a:pPr defTabSz="914400">
              <a:lnSpc>
                <a:spcPct val="90000"/>
              </a:lnSpc>
              <a:spcBef>
                <a:spcPts val="1001"/>
              </a:spcBef>
              <a:tabLst>
                <a:tab algn="l" pos="0"/>
              </a:tabLst>
            </a:pPr>
            <a:endParaRPr b="0" lang="en-US" sz="2200" spc="-1" strike="noStrike">
              <a:solidFill>
                <a:srgbClr val="000000"/>
              </a:solidFill>
              <a:latin typeface="Arial"/>
            </a:endParaRPr>
          </a:p>
          <a:p>
            <a:pPr defTabSz="914400">
              <a:lnSpc>
                <a:spcPct val="90000"/>
              </a:lnSpc>
              <a:spcBef>
                <a:spcPts val="1001"/>
              </a:spcBef>
              <a:tabLst>
                <a:tab algn="l" pos="0"/>
              </a:tabLst>
            </a:pPr>
            <a:endParaRPr b="0" lang="en-US" sz="2200" spc="-1" strike="noStrike">
              <a:solidFill>
                <a:srgbClr val="000000"/>
              </a:solidFill>
              <a:latin typeface="Arial"/>
            </a:endParaRPr>
          </a:p>
          <a:p>
            <a:pPr defTabSz="914400">
              <a:lnSpc>
                <a:spcPct val="90000"/>
              </a:lnSpc>
              <a:spcBef>
                <a:spcPts val="1001"/>
              </a:spcBef>
              <a:tabLst>
                <a:tab algn="l" pos="0"/>
              </a:tabLst>
            </a:pPr>
            <a:endParaRPr b="0" lang="en-US" sz="2200" spc="-1" strike="noStrike">
              <a:solidFill>
                <a:srgbClr val="000000"/>
              </a:solidFill>
              <a:latin typeface="Arial"/>
            </a:endParaRPr>
          </a:p>
          <a:p>
            <a:pPr defTabSz="914400">
              <a:lnSpc>
                <a:spcPct val="90000"/>
              </a:lnSpc>
              <a:spcBef>
                <a:spcPts val="1001"/>
              </a:spcBef>
              <a:tabLst>
                <a:tab algn="l" pos="0"/>
              </a:tabLst>
            </a:pPr>
            <a:endParaRPr b="0" lang="en-US" sz="2200" spc="-1" strike="noStrike">
              <a:solidFill>
                <a:srgbClr val="000000"/>
              </a:solidFill>
              <a:latin typeface="Arial"/>
            </a:endParaRPr>
          </a:p>
          <a:p>
            <a:pPr defTabSz="914400">
              <a:lnSpc>
                <a:spcPct val="90000"/>
              </a:lnSpc>
              <a:spcBef>
                <a:spcPts val="1001"/>
              </a:spcBef>
              <a:tabLst>
                <a:tab algn="l" pos="0"/>
              </a:tabLst>
            </a:pPr>
            <a:endParaRPr b="0" lang="en-US" sz="2200" spc="-1" strike="noStrike">
              <a:solidFill>
                <a:srgbClr val="000000"/>
              </a:solidFill>
              <a:latin typeface="Arial"/>
            </a:endParaRPr>
          </a:p>
          <a:p>
            <a:pPr defTabSz="914400">
              <a:lnSpc>
                <a:spcPct val="90000"/>
              </a:lnSpc>
              <a:spcBef>
                <a:spcPts val="1001"/>
              </a:spcBef>
              <a:tabLst>
                <a:tab algn="l" pos="0"/>
              </a:tabLst>
            </a:pPr>
            <a:endParaRPr b="0" lang="en-US" sz="2200" spc="-1" strike="noStrike">
              <a:solidFill>
                <a:srgbClr val="000000"/>
              </a:solidFill>
              <a:latin typeface="Arial"/>
            </a:endParaRPr>
          </a:p>
          <a:p>
            <a:pPr defTabSz="914400">
              <a:lnSpc>
                <a:spcPct val="90000"/>
              </a:lnSpc>
              <a:spcBef>
                <a:spcPts val="1001"/>
              </a:spcBef>
              <a:tabLst>
                <a:tab algn="l" pos="0"/>
              </a:tabLst>
            </a:pPr>
            <a:endParaRPr b="0" lang="en-US" sz="2200" spc="-1" strike="noStrike">
              <a:solidFill>
                <a:srgbClr val="000000"/>
              </a:solidFill>
              <a:latin typeface="Arial"/>
            </a:endParaRPr>
          </a:p>
          <a:p>
            <a:pPr defTabSz="914400">
              <a:lnSpc>
                <a:spcPct val="90000"/>
              </a:lnSpc>
              <a:spcBef>
                <a:spcPts val="1001"/>
              </a:spcBef>
              <a:tabLst>
                <a:tab algn="l" pos="0"/>
              </a:tabLst>
            </a:pPr>
            <a:endParaRPr b="0" lang="en-US" sz="2200" spc="-1" strike="noStrike">
              <a:solidFill>
                <a:srgbClr val="000000"/>
              </a:solidFill>
              <a:latin typeface="Arial"/>
            </a:endParaRPr>
          </a:p>
          <a:p>
            <a:pPr defTabSz="914400">
              <a:lnSpc>
                <a:spcPct val="90000"/>
              </a:lnSpc>
              <a:spcBef>
                <a:spcPts val="1001"/>
              </a:spcBef>
              <a:tabLst>
                <a:tab algn="l" pos="0"/>
              </a:tabLst>
            </a:pPr>
            <a:endParaRPr b="0" lang="en-US" sz="2200" spc="-1" strike="noStrike">
              <a:solidFill>
                <a:srgbClr val="000000"/>
              </a:solidFill>
              <a:latin typeface="Arial"/>
            </a:endParaRPr>
          </a:p>
          <a:p>
            <a:pPr defTabSz="914400">
              <a:lnSpc>
                <a:spcPct val="90000"/>
              </a:lnSpc>
              <a:spcBef>
                <a:spcPts val="1001"/>
              </a:spcBef>
              <a:tabLst>
                <a:tab algn="l" pos="0"/>
              </a:tabLst>
            </a:pPr>
            <a:endParaRPr b="0" lang="en-US" sz="2200" spc="-1" strike="noStrike">
              <a:solidFill>
                <a:srgbClr val="000000"/>
              </a:solidFill>
              <a:latin typeface="Arial"/>
            </a:endParaRPr>
          </a:p>
        </p:txBody>
      </p:sp>
      <p:sp>
        <p:nvSpPr>
          <p:cNvPr id="83" name="Text Placeholder 3"/>
          <p:cNvSpPr/>
          <p:nvPr/>
        </p:nvSpPr>
        <p:spPr>
          <a:xfrm>
            <a:off x="821160" y="1800360"/>
            <a:ext cx="4639680" cy="4225320"/>
          </a:xfrm>
          <a:prstGeom prst="rect">
            <a:avLst/>
          </a:prstGeom>
          <a:noFill/>
          <a:ln w="0">
            <a:noFill/>
          </a:ln>
        </p:spPr>
        <p:style>
          <a:lnRef idx="0"/>
          <a:fillRef idx="0"/>
          <a:effectRef idx="0"/>
          <a:fontRef idx="minor"/>
        </p:style>
        <p:txBody>
          <a:bodyPr lIns="90000" rIns="90000" tIns="45000" bIns="45000" anchor="t">
            <a:normAutofit fontScale="89999"/>
          </a:bodyPr>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Web page was scraped using request library</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Data was transferred to DataFrame</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Data was cleaned using Beautiful Soup</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Data was saved using csv file for later use</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dk1"/>
                </a:solidFill>
                <a:latin typeface="Abadi"/>
              </a:rPr>
              <a:t>https://github.com/franoRihter/data_science_theory/blob/main/10_Applied_Data_Science_Capstone/jupyter-labs-webscraping.ipynb</a:t>
            </a:r>
            <a:endParaRPr b="0" lang="en-US" sz="2200" spc="-1" strike="noStrike">
              <a:solidFill>
                <a:srgbClr val="000000"/>
              </a:solidFill>
              <a:latin typeface="Arial"/>
            </a:endParaRPr>
          </a:p>
        </p:txBody>
      </p:sp>
      <p:pic>
        <p:nvPicPr>
          <p:cNvPr id="84" name="" descr=""/>
          <p:cNvPicPr/>
          <p:nvPr/>
        </p:nvPicPr>
        <p:blipFill>
          <a:blip r:embed="rId2"/>
          <a:stretch/>
        </p:blipFill>
        <p:spPr>
          <a:xfrm>
            <a:off x="8001000" y="1371600"/>
            <a:ext cx="1761840" cy="5124240"/>
          </a:xfrm>
          <a:prstGeom prst="rect">
            <a:avLst/>
          </a:prstGeom>
          <a:ln w="0">
            <a:noFill/>
          </a:ln>
        </p:spPr>
      </p:pic>
      <p:sp>
        <p:nvSpPr>
          <p:cNvPr id="2" name="PlaceHolder 1"/>
          <p:cNvSpPr>
            <a:spLocks noGrp="1"/>
          </p:cNvSpPr>
          <p:nvPr>
            <p:ph type="sldNum" idx="1"/>
          </p:nvPr>
        </p:nvSpPr>
        <p:spPr/>
        <p:txBody>
          <a:bodyPr/>
          <a:p>
            <a:fld id="{60EE0772-3C1E-48B1-A499-CA6182F7D1E1}"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5"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Data Wrangling</a:t>
            </a:r>
            <a:endParaRPr b="0" lang="en-US" sz="4000" spc="-1" strike="noStrike">
              <a:solidFill>
                <a:srgbClr val="000000"/>
              </a:solidFill>
              <a:latin typeface="Arial"/>
            </a:endParaRPr>
          </a:p>
        </p:txBody>
      </p:sp>
      <p:sp>
        <p:nvSpPr>
          <p:cNvPr id="86" name="Text Placeholder 1"/>
          <p:cNvSpPr/>
          <p:nvPr/>
        </p:nvSpPr>
        <p:spPr>
          <a:xfrm>
            <a:off x="922680" y="1792800"/>
            <a:ext cx="4792320" cy="4150800"/>
          </a:xfrm>
          <a:prstGeom prst="rect">
            <a:avLst/>
          </a:prstGeom>
          <a:noFill/>
          <a:ln w="0">
            <a:noFill/>
          </a:ln>
        </p:spPr>
        <p:style>
          <a:lnRef idx="0"/>
          <a:fillRef idx="0"/>
          <a:effectRef idx="0"/>
          <a:fontRef idx="minor"/>
        </p:style>
        <p:txBody>
          <a:bodyPr lIns="90000" rIns="90000" tIns="45000" bIns="45000" anchor="t">
            <a:noAutofit/>
          </a:bodyPr>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Imported data from csv file</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Calculated the number of missions and types of missions</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Determin which missions where successful</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https://github.com/franoRihter/data_science_theory/blob/main/10_Applied_Data_Science_Capstone/labs-jupyter-spacex-Data%20wrangling.ipynb</a:t>
            </a:r>
            <a:endParaRPr b="0" lang="en-US" sz="2200" spc="-1" strike="noStrike">
              <a:solidFill>
                <a:srgbClr val="000000"/>
              </a:solidFill>
              <a:latin typeface="Arial"/>
            </a:endParaRPr>
          </a:p>
        </p:txBody>
      </p:sp>
      <p:pic>
        <p:nvPicPr>
          <p:cNvPr id="87" name="" descr=""/>
          <p:cNvPicPr/>
          <p:nvPr/>
        </p:nvPicPr>
        <p:blipFill>
          <a:blip r:embed="rId2"/>
          <a:stretch/>
        </p:blipFill>
        <p:spPr>
          <a:xfrm>
            <a:off x="6598080" y="1371600"/>
            <a:ext cx="2774520" cy="4947480"/>
          </a:xfrm>
          <a:prstGeom prst="rect">
            <a:avLst/>
          </a:prstGeom>
          <a:ln w="0">
            <a:noFill/>
          </a:ln>
        </p:spPr>
      </p:pic>
      <p:sp>
        <p:nvSpPr>
          <p:cNvPr id="2" name="PlaceHolder 1"/>
          <p:cNvSpPr>
            <a:spLocks noGrp="1"/>
          </p:cNvSpPr>
          <p:nvPr>
            <p:ph type="sldNum" idx="1"/>
          </p:nvPr>
        </p:nvSpPr>
        <p:spPr/>
        <p:txBody>
          <a:bodyPr/>
          <a:p>
            <a:fld id="{7D7C7320-FBAD-4F2A-A3CE-3DD39546074C}"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8" name="PlaceHolder 1"/>
          <p:cNvSpPr>
            <a:spLocks noGrp="1"/>
          </p:cNvSpPr>
          <p:nvPr>
            <p:ph/>
          </p:nvPr>
        </p:nvSpPr>
        <p:spPr>
          <a:xfrm>
            <a:off x="770040" y="1593000"/>
            <a:ext cx="9744840" cy="4350600"/>
          </a:xfrm>
          <a:prstGeom prst="rect">
            <a:avLst/>
          </a:prstGeom>
          <a:noFill/>
          <a:ln w="0">
            <a:noFill/>
          </a:ln>
        </p:spPr>
        <p:txBody>
          <a:bodyPr lIns="91440" rIns="91440" tIns="45720" bIns="45720" anchor="t">
            <a:no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To uncover new information some data had to be visualized:</a:t>
            </a:r>
            <a:endParaRPr b="0" lang="en-US" sz="2200" spc="-1" strike="noStrike">
              <a:solidFill>
                <a:srgbClr val="000000"/>
              </a:solidFill>
              <a:latin typeface="Arial"/>
            </a:endParaRPr>
          </a:p>
          <a:p>
            <a:pPr marL="292680" indent="-228600" defTabSz="914400">
              <a:lnSpc>
                <a:spcPct val="100000"/>
              </a:lnSpc>
              <a:spcBef>
                <a:spcPts val="1400"/>
              </a:spcBef>
              <a:buClr>
                <a:srgbClr val="292929"/>
              </a:buClr>
              <a:buSzPct val="70000"/>
              <a:buFont typeface="Wingdings" charset="2"/>
              <a:buChar char=""/>
              <a:tabLst>
                <a:tab algn="l" pos="0"/>
              </a:tabLst>
            </a:pPr>
            <a:r>
              <a:rPr b="0" lang="en-US" sz="2200" spc="-1" strike="noStrike">
                <a:solidFill>
                  <a:schemeClr val="accent3">
                    <a:lumMod val="25000"/>
                  </a:schemeClr>
                </a:solidFill>
                <a:latin typeface="Abadi"/>
              </a:rPr>
              <a:t>Flight number and Payload Mass (to display which flight carried most mass and which have returned)</a:t>
            </a:r>
            <a:endParaRPr b="0" lang="en-US" sz="2200" spc="-1" strike="noStrike">
              <a:solidFill>
                <a:srgbClr val="000000"/>
              </a:solidFill>
              <a:latin typeface="Arial"/>
            </a:endParaRPr>
          </a:p>
          <a:p>
            <a:pPr marL="292680" indent="-228600" defTabSz="914400">
              <a:lnSpc>
                <a:spcPct val="100000"/>
              </a:lnSpc>
              <a:spcBef>
                <a:spcPts val="1400"/>
              </a:spcBef>
              <a:buClr>
                <a:srgbClr val="292929"/>
              </a:buClr>
              <a:buSzPct val="70000"/>
              <a:buFont typeface="Wingdings" charset="2"/>
              <a:buChar char=""/>
              <a:tabLst>
                <a:tab algn="l" pos="0"/>
              </a:tabLst>
            </a:pPr>
            <a:r>
              <a:rPr b="0" lang="en-US" sz="2200" spc="-1" strike="noStrike">
                <a:solidFill>
                  <a:schemeClr val="accent3">
                    <a:lumMod val="25000"/>
                  </a:schemeClr>
                </a:solidFill>
                <a:latin typeface="Abadi"/>
              </a:rPr>
              <a:t>How many launches happened on which Launch site</a:t>
            </a:r>
            <a:endParaRPr b="0" lang="en-US" sz="2200" spc="-1" strike="noStrike">
              <a:solidFill>
                <a:srgbClr val="000000"/>
              </a:solidFill>
              <a:latin typeface="Arial"/>
            </a:endParaRPr>
          </a:p>
          <a:p>
            <a:pPr marL="292680" indent="-228600" defTabSz="914400">
              <a:lnSpc>
                <a:spcPct val="100000"/>
              </a:lnSpc>
              <a:spcBef>
                <a:spcPts val="1400"/>
              </a:spcBef>
              <a:buClr>
                <a:srgbClr val="292929"/>
              </a:buClr>
              <a:buSzPct val="70000"/>
              <a:buFont typeface="Wingdings" charset="2"/>
              <a:buChar char=""/>
              <a:tabLst>
                <a:tab algn="l" pos="0"/>
              </a:tabLst>
            </a:pPr>
            <a:r>
              <a:rPr b="0" lang="en-US" sz="2200" spc="-1" strike="noStrike">
                <a:solidFill>
                  <a:schemeClr val="accent3">
                    <a:lumMod val="25000"/>
                  </a:schemeClr>
                </a:solidFill>
                <a:latin typeface="Abadi"/>
              </a:rPr>
              <a:t>How many launches where made on each Launch site </a:t>
            </a:r>
            <a:endParaRPr b="0" lang="en-US" sz="2200" spc="-1" strike="noStrike">
              <a:solidFill>
                <a:srgbClr val="000000"/>
              </a:solidFill>
              <a:latin typeface="Arial"/>
            </a:endParaRPr>
          </a:p>
          <a:p>
            <a:pPr marL="292680" indent="-228600" defTabSz="914400">
              <a:lnSpc>
                <a:spcPct val="100000"/>
              </a:lnSpc>
              <a:spcBef>
                <a:spcPts val="1400"/>
              </a:spcBef>
              <a:buClr>
                <a:srgbClr val="292929"/>
              </a:buClr>
              <a:buSzPct val="70000"/>
              <a:buFont typeface="Wingdings" charset="2"/>
              <a:buChar char=""/>
              <a:tabLst>
                <a:tab algn="l" pos="0"/>
              </a:tabLst>
            </a:pPr>
            <a:r>
              <a:rPr b="0" lang="en-US" sz="2200" spc="-1" strike="noStrike">
                <a:solidFill>
                  <a:schemeClr val="accent3">
                    <a:lumMod val="25000"/>
                  </a:schemeClr>
                </a:solidFill>
                <a:latin typeface="Abadi"/>
              </a:rPr>
              <a:t>The success rate of each orbit type</a:t>
            </a:r>
            <a:endParaRPr b="0" lang="en-US" sz="2200" spc="-1" strike="noStrike">
              <a:solidFill>
                <a:srgbClr val="000000"/>
              </a:solidFill>
              <a:latin typeface="Arial"/>
            </a:endParaRPr>
          </a:p>
          <a:p>
            <a:pPr marL="292680" indent="-228600" defTabSz="914400">
              <a:lnSpc>
                <a:spcPct val="100000"/>
              </a:lnSpc>
              <a:spcBef>
                <a:spcPts val="1400"/>
              </a:spcBef>
              <a:buClr>
                <a:srgbClr val="292929"/>
              </a:buClr>
              <a:buSzPct val="70000"/>
              <a:buFont typeface="Wingdings" charset="2"/>
              <a:buChar char=""/>
              <a:tabLst>
                <a:tab algn="l" pos="0"/>
              </a:tabLst>
            </a:pPr>
            <a:r>
              <a:rPr b="0" lang="en-US" sz="2200" spc="-1" strike="noStrike">
                <a:solidFill>
                  <a:schemeClr val="accent3">
                    <a:lumMod val="25000"/>
                  </a:schemeClr>
                </a:solidFill>
                <a:latin typeface="Abadi"/>
              </a:rPr>
              <a:t>Relationship between Flight Number and orbit type</a:t>
            </a:r>
            <a:endParaRPr b="0" lang="en-US" sz="2200" spc="-1" strike="noStrike">
              <a:solidFill>
                <a:srgbClr val="000000"/>
              </a:solidFill>
              <a:latin typeface="Arial"/>
            </a:endParaRPr>
          </a:p>
          <a:p>
            <a:pPr marL="292680" indent="-228600" defTabSz="914400">
              <a:lnSpc>
                <a:spcPct val="100000"/>
              </a:lnSpc>
              <a:spcBef>
                <a:spcPts val="1400"/>
              </a:spcBef>
              <a:buClr>
                <a:srgbClr val="292929"/>
              </a:buClr>
              <a:buSzPct val="70000"/>
              <a:buFont typeface="Wingdings" charset="2"/>
              <a:buChar char=""/>
              <a:tabLst>
                <a:tab algn="l" pos="0"/>
              </a:tabLst>
            </a:pPr>
            <a:r>
              <a:rPr b="0" lang="en-US" sz="2200" spc="-1" strike="noStrike">
                <a:solidFill>
                  <a:schemeClr val="accent3">
                    <a:lumMod val="25000"/>
                  </a:schemeClr>
                </a:solidFill>
                <a:latin typeface="Abadi"/>
              </a:rPr>
              <a:t>Relationship with payload mass and orbit type</a:t>
            </a:r>
            <a:endParaRPr b="0" lang="en-US" sz="2200" spc="-1" strike="noStrike">
              <a:solidFill>
                <a:srgbClr val="000000"/>
              </a:solidFill>
              <a:latin typeface="Arial"/>
            </a:endParaRPr>
          </a:p>
          <a:p>
            <a:pPr marL="292680" indent="-228600" defTabSz="914400">
              <a:lnSpc>
                <a:spcPct val="100000"/>
              </a:lnSpc>
              <a:spcBef>
                <a:spcPts val="1400"/>
              </a:spcBef>
              <a:buClr>
                <a:srgbClr val="292929"/>
              </a:buClr>
              <a:buSzPct val="70000"/>
              <a:buFont typeface="Wingdings" charset="2"/>
              <a:buChar char=""/>
              <a:tabLst>
                <a:tab algn="l" pos="0"/>
              </a:tabLst>
            </a:pPr>
            <a:r>
              <a:rPr b="0" lang="en-US" sz="2200" spc="-1" strike="noStrike">
                <a:solidFill>
                  <a:schemeClr val="accent3">
                    <a:lumMod val="25000"/>
                  </a:schemeClr>
                </a:solidFill>
                <a:latin typeface="Abadi"/>
              </a:rPr>
              <a:t>Yearly success rate</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https://github.com/franoRihter/data_science_theory/blob/main/10_Applied_Data_Science_Capstone/edadataviz.ipynb</a:t>
            </a:r>
            <a:endParaRPr b="0" lang="en-US" sz="2200" spc="-1" strike="noStrike">
              <a:solidFill>
                <a:srgbClr val="000000"/>
              </a:solidFill>
              <a:latin typeface="Arial"/>
            </a:endParaRPr>
          </a:p>
          <a:p>
            <a:pPr indent="0" defTabSz="914400">
              <a:lnSpc>
                <a:spcPct val="100000"/>
              </a:lnSpc>
              <a:buNone/>
              <a:tabLst>
                <a:tab algn="l" pos="0"/>
              </a:tabLst>
            </a:pPr>
            <a:endParaRPr b="0" lang="en-US" sz="1800" spc="-1" strike="noStrike">
              <a:solidFill>
                <a:srgbClr val="000000"/>
              </a:solidFill>
              <a:latin typeface="Arial"/>
            </a:endParaRPr>
          </a:p>
        </p:txBody>
      </p:sp>
      <p:sp>
        <p:nvSpPr>
          <p:cNvPr id="89"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EDA with Data Visualization</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4ADA5DDF-EBF2-44E6-A175-D30C25BAF80F}"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0" name="PlaceHolder 1"/>
          <p:cNvSpPr>
            <a:spLocks noGrp="1"/>
          </p:cNvSpPr>
          <p:nvPr>
            <p:ph/>
          </p:nvPr>
        </p:nvSpPr>
        <p:spPr>
          <a:xfrm>
            <a:off x="457200" y="1371600"/>
            <a:ext cx="4944960" cy="3451320"/>
          </a:xfrm>
          <a:prstGeom prst="rect">
            <a:avLst/>
          </a:prstGeom>
          <a:noFill/>
          <a:ln w="0">
            <a:noFill/>
          </a:ln>
        </p:spPr>
        <p:txBody>
          <a:bodyPr lIns="91440" rIns="91440" tIns="45720" bIns="45720" anchor="t">
            <a:noAutofit/>
          </a:bodyPr>
          <a:p>
            <a:pPr marL="109800" indent="-45720" defTabSz="914400">
              <a:lnSpc>
                <a:spcPct val="100000"/>
              </a:lnSpc>
              <a:spcBef>
                <a:spcPts val="1400"/>
              </a:spcBef>
              <a:buClr>
                <a:srgbClr val="292929"/>
              </a:buClr>
              <a:buFont typeface="Wingdings" charset="2"/>
              <a:buChar char=""/>
              <a:tabLst>
                <a:tab algn="l" pos="0"/>
              </a:tabLst>
            </a:pPr>
            <a:r>
              <a:rPr b="0" lang="en-US" sz="2200" spc="-1" strike="noStrike">
                <a:solidFill>
                  <a:schemeClr val="accent3">
                    <a:lumMod val="25000"/>
                  </a:schemeClr>
                </a:solidFill>
                <a:latin typeface="Abadi"/>
              </a:rPr>
              <a:t>Created a table and filled it with data from data frame</a:t>
            </a:r>
            <a:endParaRPr b="0" lang="en-US" sz="2200" spc="-1" strike="noStrike">
              <a:solidFill>
                <a:srgbClr val="000000"/>
              </a:solidFill>
              <a:latin typeface="Arial"/>
            </a:endParaRPr>
          </a:p>
          <a:p>
            <a:pPr marL="109800" indent="-45720" defTabSz="914400">
              <a:lnSpc>
                <a:spcPct val="100000"/>
              </a:lnSpc>
              <a:spcBef>
                <a:spcPts val="1400"/>
              </a:spcBef>
              <a:buClr>
                <a:srgbClr val="292929"/>
              </a:buClr>
              <a:buFont typeface="Wingdings" charset="2"/>
              <a:buChar char=""/>
              <a:tabLst>
                <a:tab algn="l" pos="0"/>
              </a:tabLst>
            </a:pPr>
            <a:r>
              <a:rPr b="0" lang="en-US" sz="2200" spc="-1" strike="noStrike">
                <a:solidFill>
                  <a:schemeClr val="accent3">
                    <a:lumMod val="25000"/>
                  </a:schemeClr>
                </a:solidFill>
                <a:latin typeface="Abadi"/>
              </a:rPr>
              <a:t>Inspected the data using select</a:t>
            </a:r>
            <a:endParaRPr b="0" lang="en-US" sz="2200" spc="-1" strike="noStrike">
              <a:solidFill>
                <a:srgbClr val="000000"/>
              </a:solidFill>
              <a:latin typeface="Arial"/>
            </a:endParaRPr>
          </a:p>
          <a:p>
            <a:pPr marL="109800" indent="-45720" defTabSz="914400">
              <a:lnSpc>
                <a:spcPct val="100000"/>
              </a:lnSpc>
              <a:spcBef>
                <a:spcPts val="1400"/>
              </a:spcBef>
              <a:buClr>
                <a:srgbClr val="292929"/>
              </a:buClr>
              <a:buFont typeface="Wingdings" charset="2"/>
              <a:buChar char=""/>
              <a:tabLst>
                <a:tab algn="l" pos="0"/>
              </a:tabLst>
            </a:pPr>
            <a:r>
              <a:rPr b="0" lang="en-US" sz="2200" spc="-1" strike="noStrike">
                <a:solidFill>
                  <a:schemeClr val="accent3">
                    <a:lumMod val="25000"/>
                  </a:schemeClr>
                </a:solidFill>
                <a:latin typeface="Abadi"/>
              </a:rPr>
              <a:t>Listed distinct launch sites</a:t>
            </a:r>
            <a:endParaRPr b="0" lang="en-US" sz="2200" spc="-1" strike="noStrike">
              <a:solidFill>
                <a:srgbClr val="000000"/>
              </a:solidFill>
              <a:latin typeface="Arial"/>
            </a:endParaRPr>
          </a:p>
          <a:p>
            <a:pPr marL="109800" indent="-45720" defTabSz="914400">
              <a:lnSpc>
                <a:spcPct val="100000"/>
              </a:lnSpc>
              <a:spcBef>
                <a:spcPts val="1400"/>
              </a:spcBef>
              <a:buClr>
                <a:srgbClr val="292929"/>
              </a:buClr>
              <a:buFont typeface="Wingdings" charset="2"/>
              <a:buChar char=""/>
              <a:tabLst>
                <a:tab algn="l" pos="0"/>
              </a:tabLst>
            </a:pPr>
            <a:r>
              <a:rPr b="0" lang="en-US" sz="2200" spc="-1" strike="noStrike">
                <a:solidFill>
                  <a:schemeClr val="accent3">
                    <a:lumMod val="25000"/>
                  </a:schemeClr>
                </a:solidFill>
                <a:latin typeface="Abadi"/>
              </a:rPr>
              <a:t>Listed launch attempts on site from site CCAFS LC-40</a:t>
            </a:r>
            <a:endParaRPr b="0" lang="en-US" sz="2200" spc="-1" strike="noStrike">
              <a:solidFill>
                <a:srgbClr val="000000"/>
              </a:solidFill>
              <a:latin typeface="Arial"/>
            </a:endParaRPr>
          </a:p>
          <a:p>
            <a:pPr marL="109800" indent="-45720" defTabSz="914400">
              <a:lnSpc>
                <a:spcPct val="100000"/>
              </a:lnSpc>
              <a:spcBef>
                <a:spcPts val="1400"/>
              </a:spcBef>
              <a:buClr>
                <a:srgbClr val="292929"/>
              </a:buClr>
              <a:buFont typeface="Wingdings" charset="2"/>
              <a:buChar char=""/>
              <a:tabLst>
                <a:tab algn="l" pos="0"/>
              </a:tabLst>
            </a:pPr>
            <a:r>
              <a:rPr b="0" lang="en-US" sz="2200" spc="-1" strike="noStrike">
                <a:solidFill>
                  <a:schemeClr val="accent3">
                    <a:lumMod val="25000"/>
                  </a:schemeClr>
                </a:solidFill>
                <a:latin typeface="Abadi"/>
              </a:rPr>
              <a:t>Listed total payload carried by NASA space crafts</a:t>
            </a:r>
            <a:endParaRPr b="0" lang="en-US" sz="2200" spc="-1" strike="noStrike">
              <a:solidFill>
                <a:srgbClr val="000000"/>
              </a:solidFill>
              <a:latin typeface="Arial"/>
            </a:endParaRPr>
          </a:p>
          <a:p>
            <a:pPr marL="109800" indent="-45720" defTabSz="914400">
              <a:lnSpc>
                <a:spcPct val="100000"/>
              </a:lnSpc>
              <a:spcBef>
                <a:spcPts val="1400"/>
              </a:spcBef>
              <a:buClr>
                <a:srgbClr val="292929"/>
              </a:buClr>
              <a:buFont typeface="Wingdings" charset="2"/>
              <a:buChar char=""/>
              <a:tabLst>
                <a:tab algn="l" pos="0"/>
              </a:tabLst>
            </a:pPr>
            <a:r>
              <a:rPr b="0" lang="en-US" sz="2200" spc="-1" strike="noStrike">
                <a:solidFill>
                  <a:schemeClr val="accent3">
                    <a:lumMod val="25000"/>
                  </a:schemeClr>
                </a:solidFill>
                <a:latin typeface="Abadi"/>
              </a:rPr>
              <a:t>Listed average payload mass carried by booster F9 v1.1</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3200" spc="-1" strike="noStrike">
              <a:solidFill>
                <a:srgbClr val="000000"/>
              </a:solidFill>
              <a:latin typeface="Arial"/>
            </a:endParaRPr>
          </a:p>
          <a:p>
            <a:pPr marL="109800" indent="0" defTabSz="914400">
              <a:lnSpc>
                <a:spcPct val="100000"/>
              </a:lnSpc>
              <a:spcBef>
                <a:spcPts val="1400"/>
              </a:spcBef>
              <a:buNone/>
              <a:tabLst>
                <a:tab algn="l" pos="0"/>
              </a:tabLst>
            </a:pPr>
            <a:endParaRPr b="0" lang="en-US" sz="2200" spc="-1" strike="noStrike">
              <a:solidFill>
                <a:srgbClr val="000000"/>
              </a:solidFill>
              <a:latin typeface="Arial"/>
            </a:endParaRPr>
          </a:p>
        </p:txBody>
      </p:sp>
      <p:sp>
        <p:nvSpPr>
          <p:cNvPr id="91"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EDA with SQL</a:t>
            </a:r>
            <a:endParaRPr b="0" lang="en-US" sz="4000" spc="-1" strike="noStrike">
              <a:solidFill>
                <a:srgbClr val="000000"/>
              </a:solidFill>
              <a:latin typeface="Arial"/>
            </a:endParaRPr>
          </a:p>
        </p:txBody>
      </p:sp>
      <p:sp>
        <p:nvSpPr>
          <p:cNvPr id="92" name="PlaceHolder 4"/>
          <p:cNvSpPr txBox="1"/>
          <p:nvPr/>
        </p:nvSpPr>
        <p:spPr>
          <a:xfrm>
            <a:off x="5402160" y="1352520"/>
            <a:ext cx="6027840" cy="3451320"/>
          </a:xfrm>
          <a:prstGeom prst="rect">
            <a:avLst/>
          </a:prstGeom>
          <a:noFill/>
          <a:ln w="0">
            <a:noFill/>
          </a:ln>
        </p:spPr>
        <p:txBody>
          <a:bodyPr anchor="t">
            <a:noAutofit/>
          </a:bodyPr>
          <a:p>
            <a:pPr marL="432000" indent="-324000" defTabSz="914400">
              <a:lnSpc>
                <a:spcPct val="100000"/>
              </a:lnSpc>
              <a:spcBef>
                <a:spcPts val="1400"/>
              </a:spcBef>
              <a:buClr>
                <a:srgbClr val="292929"/>
              </a:buClr>
              <a:buFont typeface="Wingdings" charset="2"/>
              <a:buChar char=""/>
              <a:tabLst>
                <a:tab algn="l" pos="0"/>
              </a:tabLst>
            </a:pPr>
            <a:r>
              <a:rPr b="0" lang="en-US" sz="2200" spc="-1" strike="noStrike">
                <a:solidFill>
                  <a:schemeClr val="accent3">
                    <a:lumMod val="25000"/>
                  </a:schemeClr>
                </a:solidFill>
                <a:latin typeface="Abadi"/>
              </a:rPr>
              <a:t>Listed first successful launch </a:t>
            </a:r>
            <a:r>
              <a:rPr b="0" lang="en-US" sz="2200" spc="-1" strike="noStrike">
                <a:solidFill>
                  <a:schemeClr val="accent3">
                    <a:lumMod val="25000"/>
                  </a:schemeClr>
                </a:solidFill>
                <a:latin typeface="Abadi"/>
              </a:rPr>
              <a:t>date</a:t>
            </a:r>
            <a:endParaRPr b="0" lang="en-US" sz="2200" spc="-1" strike="noStrike">
              <a:solidFill>
                <a:srgbClr val="000000"/>
              </a:solidFill>
              <a:latin typeface="Arial"/>
            </a:endParaRPr>
          </a:p>
          <a:p>
            <a:pPr marL="432000" indent="-324000" defTabSz="914400">
              <a:lnSpc>
                <a:spcPct val="100000"/>
              </a:lnSpc>
              <a:spcBef>
                <a:spcPts val="1400"/>
              </a:spcBef>
              <a:buClr>
                <a:srgbClr val="292929"/>
              </a:buClr>
              <a:buFont typeface="Wingdings" charset="2"/>
              <a:buChar char=""/>
              <a:tabLst>
                <a:tab algn="l" pos="0"/>
              </a:tabLst>
            </a:pPr>
            <a:r>
              <a:rPr b="0" lang="en-US" sz="2200" spc="-1" strike="noStrike">
                <a:solidFill>
                  <a:schemeClr val="accent3">
                    <a:lumMod val="25000"/>
                  </a:schemeClr>
                </a:solidFill>
                <a:latin typeface="Abadi"/>
              </a:rPr>
              <a:t>Listed successful Drone ship </a:t>
            </a:r>
            <a:r>
              <a:rPr b="0" lang="en-US" sz="2200" spc="-1" strike="noStrike">
                <a:solidFill>
                  <a:schemeClr val="accent3">
                    <a:lumMod val="25000"/>
                  </a:schemeClr>
                </a:solidFill>
                <a:latin typeface="Abadi"/>
              </a:rPr>
              <a:t>landing with payload &gt;4000</a:t>
            </a:r>
            <a:endParaRPr b="0" lang="en-US" sz="2200" spc="-1" strike="noStrike">
              <a:solidFill>
                <a:srgbClr val="000000"/>
              </a:solidFill>
              <a:latin typeface="Arial"/>
            </a:endParaRPr>
          </a:p>
          <a:p>
            <a:pPr marL="432000" indent="-324000" defTabSz="914400">
              <a:lnSpc>
                <a:spcPct val="100000"/>
              </a:lnSpc>
              <a:spcBef>
                <a:spcPts val="1400"/>
              </a:spcBef>
              <a:buClr>
                <a:srgbClr val="292929"/>
              </a:buClr>
              <a:buFont typeface="Wingdings" charset="2"/>
              <a:buChar char=""/>
              <a:tabLst>
                <a:tab algn="l" pos="0"/>
              </a:tabLst>
            </a:pPr>
            <a:r>
              <a:rPr b="0" lang="en-US" sz="2200" spc="-1" strike="noStrike">
                <a:solidFill>
                  <a:schemeClr val="accent3">
                    <a:lumMod val="25000"/>
                  </a:schemeClr>
                </a:solidFill>
                <a:latin typeface="Abadi"/>
              </a:rPr>
              <a:t>Listed total number of successes </a:t>
            </a:r>
            <a:r>
              <a:rPr b="0" lang="en-US" sz="2200" spc="-1" strike="noStrike">
                <a:solidFill>
                  <a:schemeClr val="accent3">
                    <a:lumMod val="25000"/>
                  </a:schemeClr>
                </a:solidFill>
                <a:latin typeface="Abadi"/>
              </a:rPr>
              <a:t>and fails outcome types</a:t>
            </a:r>
            <a:endParaRPr b="0" lang="en-US" sz="2200" spc="-1" strike="noStrike">
              <a:solidFill>
                <a:srgbClr val="000000"/>
              </a:solidFill>
              <a:latin typeface="Arial"/>
            </a:endParaRPr>
          </a:p>
          <a:p>
            <a:pPr marL="432000" indent="-324000" defTabSz="914400">
              <a:lnSpc>
                <a:spcPct val="100000"/>
              </a:lnSpc>
              <a:spcBef>
                <a:spcPts val="1400"/>
              </a:spcBef>
              <a:buClr>
                <a:srgbClr val="292929"/>
              </a:buClr>
              <a:buFont typeface="Wingdings" charset="2"/>
              <a:buChar char=""/>
              <a:tabLst>
                <a:tab algn="l" pos="0"/>
              </a:tabLst>
            </a:pPr>
            <a:r>
              <a:rPr b="0" lang="en-US" sz="2200" spc="-1" strike="noStrike">
                <a:solidFill>
                  <a:schemeClr val="accent3">
                    <a:lumMod val="25000"/>
                  </a:schemeClr>
                </a:solidFill>
                <a:latin typeface="Abadi"/>
              </a:rPr>
              <a:t>Listed boosters that carried the </a:t>
            </a:r>
            <a:r>
              <a:rPr b="0" lang="en-US" sz="2200" spc="-1" strike="noStrike">
                <a:solidFill>
                  <a:schemeClr val="accent3">
                    <a:lumMod val="25000"/>
                  </a:schemeClr>
                </a:solidFill>
                <a:latin typeface="Abadi"/>
              </a:rPr>
              <a:t>most payload.</a:t>
            </a:r>
            <a:endParaRPr b="0" lang="en-US" sz="2200" spc="-1" strike="noStrike">
              <a:solidFill>
                <a:srgbClr val="000000"/>
              </a:solidFill>
              <a:latin typeface="Arial"/>
            </a:endParaRPr>
          </a:p>
          <a:p>
            <a:pPr marL="432000" indent="-324000" defTabSz="914400">
              <a:lnSpc>
                <a:spcPct val="100000"/>
              </a:lnSpc>
              <a:spcBef>
                <a:spcPts val="1400"/>
              </a:spcBef>
              <a:buClr>
                <a:srgbClr val="292929"/>
              </a:buClr>
              <a:buFont typeface="Wingdings" charset="2"/>
              <a:buChar char=""/>
              <a:tabLst>
                <a:tab algn="l" pos="0"/>
              </a:tabLst>
            </a:pPr>
            <a:r>
              <a:rPr b="0" lang="en-US" sz="2200" spc="-1" strike="noStrike">
                <a:solidFill>
                  <a:schemeClr val="accent3">
                    <a:lumMod val="25000"/>
                  </a:schemeClr>
                </a:solidFill>
                <a:latin typeface="Abadi"/>
              </a:rPr>
              <a:t>Listed records that where </a:t>
            </a:r>
            <a:r>
              <a:rPr b="0" lang="en-US" sz="2200" spc="-1" strike="noStrike">
                <a:solidFill>
                  <a:schemeClr val="accent3">
                    <a:lumMod val="25000"/>
                  </a:schemeClr>
                </a:solidFill>
                <a:latin typeface="Abadi"/>
              </a:rPr>
              <a:t>launched in 2015</a:t>
            </a:r>
            <a:endParaRPr b="0" lang="en-US" sz="2200" spc="-1" strike="noStrike">
              <a:solidFill>
                <a:srgbClr val="000000"/>
              </a:solidFill>
              <a:latin typeface="Arial"/>
            </a:endParaRPr>
          </a:p>
          <a:p>
            <a:pPr marL="432000" indent="-324000" defTabSz="914400">
              <a:lnSpc>
                <a:spcPct val="100000"/>
              </a:lnSpc>
              <a:spcBef>
                <a:spcPts val="1400"/>
              </a:spcBef>
              <a:buClr>
                <a:srgbClr val="292929"/>
              </a:buClr>
              <a:buFont typeface="Wingdings" charset="2"/>
              <a:buChar char=""/>
              <a:tabLst>
                <a:tab algn="l" pos="0"/>
              </a:tabLst>
            </a:pPr>
            <a:r>
              <a:rPr b="0" lang="en-US" sz="2200" spc="-1" strike="noStrike">
                <a:solidFill>
                  <a:schemeClr val="accent3">
                    <a:lumMod val="25000"/>
                  </a:schemeClr>
                </a:solidFill>
                <a:latin typeface="Abadi"/>
              </a:rPr>
              <a:t>Listed landing outcomes for the </a:t>
            </a:r>
            <a:r>
              <a:rPr b="0" lang="en-US" sz="2200" spc="-1" strike="noStrike">
                <a:solidFill>
                  <a:schemeClr val="accent3">
                    <a:lumMod val="25000"/>
                  </a:schemeClr>
                </a:solidFill>
                <a:latin typeface="Abadi"/>
              </a:rPr>
              <a:t>years 2010 to 2017</a:t>
            </a:r>
            <a:endParaRPr b="0" lang="en-US" sz="2200" spc="-1" strike="noStrike">
              <a:solidFill>
                <a:srgbClr val="000000"/>
              </a:solidFill>
              <a:latin typeface="Arial"/>
            </a:endParaRPr>
          </a:p>
          <a:p>
            <a:pPr defTabSz="914400">
              <a:lnSpc>
                <a:spcPct val="100000"/>
              </a:lnSpc>
              <a:spcBef>
                <a:spcPts val="1400"/>
              </a:spcBef>
              <a:tabLst>
                <a:tab algn="l" pos="0"/>
              </a:tabLst>
            </a:pPr>
            <a:endParaRPr b="0" lang="en-US" sz="2200" spc="-1" strike="noStrike">
              <a:solidFill>
                <a:srgbClr val="000000"/>
              </a:solidFill>
              <a:latin typeface="Arial"/>
            </a:endParaRPr>
          </a:p>
          <a:p>
            <a:pPr defTabSz="914400">
              <a:lnSpc>
                <a:spcPct val="100000"/>
              </a:lnSpc>
              <a:spcBef>
                <a:spcPts val="1400"/>
              </a:spcBef>
              <a:tabLst>
                <a:tab algn="l" pos="0"/>
              </a:tabLst>
            </a:pPr>
            <a:endParaRPr b="0" lang="en-US" sz="2200" spc="-1" strike="noStrike">
              <a:solidFill>
                <a:srgbClr val="000000"/>
              </a:solidFill>
              <a:latin typeface="Arial"/>
            </a:endParaRPr>
          </a:p>
          <a:p>
            <a:pPr defTabSz="914400">
              <a:lnSpc>
                <a:spcPct val="100000"/>
              </a:lnSpc>
              <a:spcBef>
                <a:spcPts val="1400"/>
              </a:spcBef>
              <a:tabLst>
                <a:tab algn="l" pos="0"/>
              </a:tabLst>
            </a:pPr>
            <a:endParaRPr b="0" lang="en-US" sz="2200" spc="-1" strike="noStrike">
              <a:solidFill>
                <a:srgbClr val="000000"/>
              </a:solidFill>
              <a:latin typeface="Arial"/>
            </a:endParaRPr>
          </a:p>
          <a:p>
            <a:pPr defTabSz="914400">
              <a:lnSpc>
                <a:spcPct val="100000"/>
              </a:lnSpc>
              <a:spcBef>
                <a:spcPts val="1400"/>
              </a:spcBef>
              <a:tabLst>
                <a:tab algn="l" pos="0"/>
              </a:tabLst>
            </a:pPr>
            <a:endParaRPr b="0" lang="en-US" sz="2200" spc="-1" strike="noStrike">
              <a:solidFill>
                <a:srgbClr val="000000"/>
              </a:solidFill>
              <a:latin typeface="Arial"/>
            </a:endParaRPr>
          </a:p>
          <a:p>
            <a:pPr defTabSz="914400">
              <a:lnSpc>
                <a:spcPct val="100000"/>
              </a:lnSpc>
              <a:tabLst>
                <a:tab algn="l" pos="0"/>
              </a:tabLst>
            </a:pPr>
            <a:endParaRPr b="0" lang="en-US" sz="1800" spc="-1" strike="noStrike">
              <a:solidFill>
                <a:srgbClr val="000000"/>
              </a:solidFill>
              <a:latin typeface="Arial"/>
            </a:endParaRPr>
          </a:p>
          <a:p>
            <a:pPr defTabSz="914400">
              <a:lnSpc>
                <a:spcPct val="100000"/>
              </a:lnSpc>
              <a:tabLst>
                <a:tab algn="l" pos="0"/>
              </a:tabLst>
            </a:pPr>
            <a:endParaRPr b="0" lang="en-US" sz="1800" spc="-1" strike="noStrike">
              <a:solidFill>
                <a:srgbClr val="000000"/>
              </a:solidFill>
              <a:latin typeface="Arial"/>
            </a:endParaRPr>
          </a:p>
          <a:p>
            <a:pPr defTabSz="914400">
              <a:lnSpc>
                <a:spcPct val="100000"/>
              </a:lnSpc>
              <a:tabLst>
                <a:tab algn="l" pos="0"/>
              </a:tabLst>
            </a:pPr>
            <a:endParaRPr b="0" lang="en-US" sz="1800" spc="-1" strike="noStrike">
              <a:solidFill>
                <a:srgbClr val="000000"/>
              </a:solidFill>
              <a:latin typeface="Arial"/>
            </a:endParaRPr>
          </a:p>
        </p:txBody>
      </p:sp>
      <p:sp>
        <p:nvSpPr>
          <p:cNvPr id="93" name=""/>
          <p:cNvSpPr txBox="1"/>
          <p:nvPr/>
        </p:nvSpPr>
        <p:spPr>
          <a:xfrm>
            <a:off x="457200" y="5943600"/>
            <a:ext cx="10972800" cy="685800"/>
          </a:xfrm>
          <a:prstGeom prst="rect">
            <a:avLst/>
          </a:prstGeom>
          <a:noFill/>
          <a:ln w="0">
            <a:noFill/>
          </a:ln>
        </p:spPr>
        <p:txBody>
          <a:bodyPr lIns="90000" rIns="90000" tIns="45000" bIns="45000" anchor="t">
            <a:noAutofit/>
          </a:bodyPr>
          <a:p>
            <a:r>
              <a:rPr b="0" lang="en-US" sz="1800" spc="-1" strike="noStrike">
                <a:solidFill>
                  <a:srgbClr val="000000"/>
                </a:solidFill>
                <a:latin typeface="Arial"/>
              </a:rPr>
              <a:t>https://github.com/franoRihter/data_science_theory/blob/main/10_Applied_Data_Science_Capstone/jupyter-labs-eda-sql-coursera_sqllite.ipynb</a:t>
            </a:r>
            <a:endParaRPr b="0" lang="en-US" sz="1800" spc="-1" strike="noStrike">
              <a:solidFill>
                <a:srgbClr val="000000"/>
              </a:solidFill>
              <a:latin typeface="Arial"/>
            </a:endParaRPr>
          </a:p>
        </p:txBody>
      </p:sp>
      <p:sp>
        <p:nvSpPr>
          <p:cNvPr id="3" name="PlaceHolder 2"/>
          <p:cNvSpPr>
            <a:spLocks noGrp="1"/>
          </p:cNvSpPr>
          <p:nvPr>
            <p:ph type="sldNum" idx="1"/>
          </p:nvPr>
        </p:nvSpPr>
        <p:spPr/>
        <p:txBody>
          <a:bodyPr/>
          <a:p>
            <a:fld id="{A6E786EA-B506-4B53-9C98-4C5616D96CBB}"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4" name="PlaceHolder 1"/>
          <p:cNvSpPr>
            <a:spLocks noGrp="1"/>
          </p:cNvSpPr>
          <p:nvPr>
            <p:ph/>
          </p:nvPr>
        </p:nvSpPr>
        <p:spPr>
          <a:xfrm>
            <a:off x="838080" y="1874880"/>
            <a:ext cx="10514880" cy="4350600"/>
          </a:xfrm>
          <a:prstGeom prst="rect">
            <a:avLst/>
          </a:prstGeom>
          <a:noFill/>
          <a:ln w="0">
            <a:noFill/>
          </a:ln>
        </p:spPr>
        <p:txBody>
          <a:bodyPr lIns="90000" rIns="90000" tIns="45000" bIns="4500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Summarize what map objects such as markers, circles, lines, etc. you created and added to a folium map</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Added markers and circles for each launch site. Also added line for railroads, citys and closest coast line.  Those objects where added for better understanding of the location of the given data. </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https://github.com/franoRihter/data_science_theory/blob/main/10_Applied_Data_Science_Capstone/lab_jupyter_launch_site_location.ipynb</a:t>
            </a:r>
            <a:endParaRPr b="0" lang="en-US" sz="2200" spc="-1" strike="noStrike">
              <a:solidFill>
                <a:srgbClr val="000000"/>
              </a:solidFill>
              <a:latin typeface="Arial"/>
            </a:endParaRPr>
          </a:p>
          <a:p>
            <a:pPr indent="0" defTabSz="914400">
              <a:lnSpc>
                <a:spcPct val="100000"/>
              </a:lnSpc>
              <a:buNone/>
              <a:tabLst>
                <a:tab algn="l" pos="0"/>
              </a:tabLst>
            </a:pPr>
            <a:endParaRPr b="0" lang="en-US" sz="1800" spc="-1" strike="noStrike">
              <a:solidFill>
                <a:srgbClr val="000000"/>
              </a:solidFill>
              <a:latin typeface="Arial"/>
            </a:endParaRPr>
          </a:p>
          <a:p>
            <a:pPr indent="0" defTabSz="914400">
              <a:lnSpc>
                <a:spcPct val="100000"/>
              </a:lnSpc>
              <a:buNone/>
              <a:tabLst>
                <a:tab algn="l" pos="0"/>
              </a:tabLst>
            </a:pPr>
            <a:endParaRPr b="0" lang="en-US" sz="1800" spc="-1" strike="noStrike">
              <a:solidFill>
                <a:srgbClr val="000000"/>
              </a:solidFill>
              <a:latin typeface="Arial"/>
            </a:endParaRPr>
          </a:p>
        </p:txBody>
      </p:sp>
      <p:sp>
        <p:nvSpPr>
          <p:cNvPr id="95"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Build an Interactive Map with Folium</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D2BAEEB1-610E-4C26-9CE3-D759C53D2266}"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6" name="PlaceHolder 1"/>
          <p:cNvSpPr>
            <a:spLocks noGrp="1"/>
          </p:cNvSpPr>
          <p:nvPr>
            <p:ph/>
          </p:nvPr>
        </p:nvSpPr>
        <p:spPr>
          <a:xfrm>
            <a:off x="770040" y="1825560"/>
            <a:ext cx="9744840" cy="4350600"/>
          </a:xfrm>
          <a:prstGeom prst="rect">
            <a:avLst/>
          </a:prstGeom>
          <a:noFill/>
          <a:ln w="0">
            <a:noFill/>
          </a:ln>
        </p:spPr>
        <p:txBody>
          <a:bodyPr lIns="91440" rIns="91440" tIns="45720" bIns="4572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The graph summarises all launch sites and and the number of attempts </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The launch site  can be selected individually to see their success rate</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The payload graph can be adjusted for payload amount and displays which type of booster carried which load</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The plots where added to clearly state how muck a cretin booster type can carry. The Graphs also show how successful boosters are. </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https://github.com/franoRihter/data_science_theory/blob/main/10_Applied_Data_Science_Capstone/plotly_stuff.py</a:t>
            </a:r>
            <a:endParaRPr b="0" lang="en-US" sz="2200" spc="-1" strike="noStrike">
              <a:solidFill>
                <a:srgbClr val="000000"/>
              </a:solidFill>
              <a:latin typeface="Arial"/>
            </a:endParaRPr>
          </a:p>
          <a:p>
            <a:pPr indent="0" defTabSz="914400">
              <a:lnSpc>
                <a:spcPct val="100000"/>
              </a:lnSpc>
              <a:buNone/>
              <a:tabLst>
                <a:tab algn="l" pos="0"/>
              </a:tabLst>
            </a:pPr>
            <a:endParaRPr b="0" lang="en-US" sz="1800" spc="-1" strike="noStrike">
              <a:solidFill>
                <a:srgbClr val="000000"/>
              </a:solidFill>
              <a:latin typeface="Arial"/>
            </a:endParaRPr>
          </a:p>
        </p:txBody>
      </p:sp>
      <p:sp>
        <p:nvSpPr>
          <p:cNvPr id="97"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Build a Dashboard with Plotly Dash</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3713F38A-FECA-485F-905D-FFED5B791B58}"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8" name="PlaceHolder 1"/>
          <p:cNvSpPr>
            <a:spLocks noGrp="1"/>
          </p:cNvSpPr>
          <p:nvPr>
            <p:ph/>
          </p:nvPr>
        </p:nvSpPr>
        <p:spPr>
          <a:xfrm>
            <a:off x="770040" y="1825560"/>
            <a:ext cx="4716360" cy="4350600"/>
          </a:xfrm>
          <a:prstGeom prst="rect">
            <a:avLst/>
          </a:prstGeom>
          <a:noFill/>
          <a:ln w="0">
            <a:noFill/>
          </a:ln>
        </p:spPr>
        <p:txBody>
          <a:bodyPr lIns="90000" rIns="90000" tIns="45000" bIns="4500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Summarize how you built, evaluated, improved, and found the best performing classification model</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You need present your model development process using key phrases and flowchart</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Add the GitHub URL of your completed predictive analysis lab, as an external reference and peer-review purpose</a:t>
            </a:r>
            <a:endParaRPr b="0" lang="en-US" sz="2200" spc="-1" strike="noStrike">
              <a:solidFill>
                <a:srgbClr val="000000"/>
              </a:solidFill>
              <a:latin typeface="Arial"/>
            </a:endParaRPr>
          </a:p>
          <a:p>
            <a:pPr indent="0" defTabSz="914400">
              <a:lnSpc>
                <a:spcPct val="100000"/>
              </a:lnSpc>
              <a:buNone/>
              <a:tabLst>
                <a:tab algn="l" pos="0"/>
              </a:tabLst>
            </a:pPr>
            <a:endParaRPr b="0" lang="en-US" sz="1800" spc="-1" strike="noStrike">
              <a:solidFill>
                <a:srgbClr val="000000"/>
              </a:solidFill>
              <a:latin typeface="Arial"/>
            </a:endParaRPr>
          </a:p>
        </p:txBody>
      </p:sp>
      <p:sp>
        <p:nvSpPr>
          <p:cNvPr id="99"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Predictive Analysis (Classification)</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4B42B5F0-A00A-4557-BB20-4BE117459259}"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0" name="Content Placeholder 2"/>
          <p:cNvSpPr/>
          <p:nvPr/>
        </p:nvSpPr>
        <p:spPr>
          <a:xfrm>
            <a:off x="840960" y="1807200"/>
            <a:ext cx="7067880" cy="1621080"/>
          </a:xfrm>
          <a:prstGeom prst="rect">
            <a:avLst/>
          </a:prstGeom>
          <a:noFill/>
          <a:ln w="0">
            <a:noFill/>
          </a:ln>
        </p:spPr>
        <p:style>
          <a:lnRef idx="0"/>
          <a:fillRef idx="0"/>
          <a:effectRef idx="0"/>
          <a:fontRef idx="minor"/>
        </p:style>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Exploratory data analysis results</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Interactive analytics demo in screenshots</a:t>
            </a: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Predictive analysis results</a:t>
            </a:r>
            <a:endParaRPr b="0" lang="en-US" sz="2200" spc="-1" strike="noStrike">
              <a:solidFill>
                <a:srgbClr val="000000"/>
              </a:solidFill>
              <a:latin typeface="Arial"/>
            </a:endParaRPr>
          </a:p>
          <a:p>
            <a:pPr defTabSz="914400">
              <a:lnSpc>
                <a:spcPct val="90000"/>
              </a:lnSpc>
              <a:spcBef>
                <a:spcPts val="499"/>
              </a:spcBef>
            </a:pPr>
            <a:endParaRPr b="0" lang="en-US" sz="1800" spc="-1" strike="noStrike">
              <a:solidFill>
                <a:srgbClr val="000000"/>
              </a:solidFill>
              <a:latin typeface="Arial"/>
            </a:endParaRPr>
          </a:p>
          <a:p>
            <a:pPr marL="457200" defTabSz="914400">
              <a:lnSpc>
                <a:spcPct val="90000"/>
              </a:lnSpc>
              <a:spcBef>
                <a:spcPts val="499"/>
              </a:spcBef>
              <a:tabLst>
                <a:tab algn="l" pos="0"/>
              </a:tabLst>
            </a:pPr>
            <a:endParaRPr b="0" lang="en-US" sz="1800" spc="-1" strike="noStrike">
              <a:solidFill>
                <a:srgbClr val="000000"/>
              </a:solidFill>
              <a:latin typeface="Arial"/>
            </a:endParaRPr>
          </a:p>
        </p:txBody>
      </p:sp>
      <p:sp>
        <p:nvSpPr>
          <p:cNvPr id="101"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Results</a:t>
            </a:r>
            <a:endParaRPr b="0" lang="en-US" sz="4000" spc="-1" strike="noStrike">
              <a:solidFill>
                <a:srgbClr val="000000"/>
              </a:solidFill>
              <a:latin typeface="Arial"/>
            </a:endParaRPr>
          </a:p>
        </p:txBody>
      </p:sp>
      <p:sp>
        <p:nvSpPr>
          <p:cNvPr id="2" name="PlaceHolder 1"/>
          <p:cNvSpPr>
            <a:spLocks noGrp="1"/>
          </p:cNvSpPr>
          <p:nvPr>
            <p:ph type="sldNum" idx="1"/>
          </p:nvPr>
        </p:nvSpPr>
        <p:spPr/>
        <p:txBody>
          <a:bodyPr/>
          <a:p>
            <a:fld id="{9B356F2B-7D28-4150-B554-CC99593EA066}"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2" name="TextBox 1"/>
          <p:cNvSpPr/>
          <p:nvPr/>
        </p:nvSpPr>
        <p:spPr>
          <a:xfrm>
            <a:off x="749880" y="2529720"/>
            <a:ext cx="1154880" cy="363960"/>
          </a:xfrm>
          <a:prstGeom prst="rect">
            <a:avLst/>
          </a:prstGeom>
          <a:solidFill>
            <a:srgbClr val="0948cb"/>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lt1"/>
                </a:solidFill>
                <a:latin typeface="Calibri"/>
              </a:rPr>
              <a:t>Section 2</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3" name="PlaceHolder 1"/>
          <p:cNvSpPr>
            <a:spLocks noGrp="1"/>
          </p:cNvSpPr>
          <p:nvPr>
            <p:ph/>
          </p:nvPr>
        </p:nvSpPr>
        <p:spPr>
          <a:xfrm>
            <a:off x="865080" y="2057400"/>
            <a:ext cx="3931560" cy="381096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CA" sz="2200" spc="-1" strike="noStrike">
                <a:solidFill>
                  <a:schemeClr val="accent3">
                    <a:lumMod val="25000"/>
                  </a:schemeClr>
                </a:solidFill>
                <a:latin typeface="Abadi"/>
              </a:rPr>
              <a:t>Show a scatter plot of Flight Number vs. Launch Site</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tabLst>
                <a:tab algn="l" pos="0"/>
              </a:tabLst>
            </a:pPr>
            <a:r>
              <a:rPr b="0" lang="en-US" sz="2200" spc="-1" strike="noStrike">
                <a:solidFill>
                  <a:schemeClr val="accent3">
                    <a:lumMod val="25000"/>
                  </a:schemeClr>
                </a:solidFill>
                <a:latin typeface="Abadi"/>
              </a:rPr>
              <a:t>Show the screenshot of the scatter plot with explanations</a:t>
            </a:r>
            <a:endParaRPr b="0" lang="en-US" sz="2200" spc="-1" strike="noStrike">
              <a:solidFill>
                <a:srgbClr val="000000"/>
              </a:solidFill>
              <a:latin typeface="Arial"/>
            </a:endParaRPr>
          </a:p>
        </p:txBody>
      </p:sp>
      <p:sp>
        <p:nvSpPr>
          <p:cNvPr id="104"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Flight Number vs. Launch Site</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5AF878DB-F092-43DD-97E5-C46D99CAD2DB}"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5" name="PlaceHolder 1"/>
          <p:cNvSpPr>
            <a:spLocks noGrp="1"/>
          </p:cNvSpPr>
          <p:nvPr>
            <p:ph/>
          </p:nvPr>
        </p:nvSpPr>
        <p:spPr>
          <a:xfrm>
            <a:off x="770040" y="2069640"/>
            <a:ext cx="3931560" cy="381096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CA" sz="2200" spc="-1" strike="noStrike">
                <a:solidFill>
                  <a:schemeClr val="accent3">
                    <a:lumMod val="25000"/>
                  </a:schemeClr>
                </a:solidFill>
                <a:latin typeface="Abadi"/>
              </a:rPr>
              <a:t>Show a scatter plot of Payload vs. Launch Site</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tabLst>
                <a:tab algn="l" pos="0"/>
              </a:tabLst>
            </a:pPr>
            <a:r>
              <a:rPr b="0" lang="en-US" sz="2200" spc="-1" strike="noStrike">
                <a:solidFill>
                  <a:schemeClr val="accent3">
                    <a:lumMod val="25000"/>
                  </a:schemeClr>
                </a:solidFill>
                <a:latin typeface="Abadi"/>
              </a:rPr>
              <a:t>Show the screenshot of the scatter plot with explanations</a:t>
            </a:r>
            <a:endParaRPr b="0" lang="en-US" sz="2200" spc="-1" strike="noStrike">
              <a:solidFill>
                <a:srgbClr val="000000"/>
              </a:solidFill>
              <a:latin typeface="Arial"/>
            </a:endParaRPr>
          </a:p>
        </p:txBody>
      </p:sp>
      <p:sp>
        <p:nvSpPr>
          <p:cNvPr id="106"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Payload vs. Launch Site</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C558F333-23D6-4CC8-8C8D-91B27F5D5666}"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7" name="PlaceHolder 1"/>
          <p:cNvSpPr>
            <a:spLocks noGrp="1"/>
          </p:cNvSpPr>
          <p:nvPr>
            <p:ph/>
          </p:nvPr>
        </p:nvSpPr>
        <p:spPr>
          <a:xfrm>
            <a:off x="770040" y="2082240"/>
            <a:ext cx="3931560" cy="381096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CA" sz="2200" spc="-1" strike="noStrike">
                <a:solidFill>
                  <a:schemeClr val="accent3">
                    <a:lumMod val="25000"/>
                  </a:schemeClr>
                </a:solidFill>
                <a:latin typeface="Abadi"/>
              </a:rPr>
              <a:t>Show a </a:t>
            </a:r>
            <a:r>
              <a:rPr b="0" lang="en-US" sz="2200" spc="-1" strike="noStrike">
                <a:solidFill>
                  <a:schemeClr val="accent3">
                    <a:lumMod val="25000"/>
                  </a:schemeClr>
                </a:solidFill>
                <a:latin typeface="Abadi"/>
              </a:rPr>
              <a:t>bar chart for the success rate of each orbit type</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tabLst>
                <a:tab algn="l" pos="0"/>
              </a:tabLst>
            </a:pPr>
            <a:r>
              <a:rPr b="0" lang="en-US" sz="2200" spc="-1" strike="noStrike">
                <a:solidFill>
                  <a:schemeClr val="accent3">
                    <a:lumMod val="25000"/>
                  </a:schemeClr>
                </a:solidFill>
                <a:latin typeface="Abadi"/>
              </a:rPr>
              <a:t>Show the screenshot of the scatter plot with explanations</a:t>
            </a:r>
            <a:endParaRPr b="0" lang="en-US" sz="2200" spc="-1" strike="noStrike">
              <a:solidFill>
                <a:srgbClr val="000000"/>
              </a:solidFill>
              <a:latin typeface="Arial"/>
            </a:endParaRPr>
          </a:p>
        </p:txBody>
      </p:sp>
      <p:sp>
        <p:nvSpPr>
          <p:cNvPr id="108"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Success Rate vs. Orbit Type</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18411966-98E0-472C-A6F3-124D6E570920}"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9" name="PlaceHolder 1"/>
          <p:cNvSpPr>
            <a:spLocks noGrp="1"/>
          </p:cNvSpPr>
          <p:nvPr>
            <p:ph/>
          </p:nvPr>
        </p:nvSpPr>
        <p:spPr>
          <a:xfrm>
            <a:off x="770040" y="2069640"/>
            <a:ext cx="3931560" cy="381096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CA" sz="2200" spc="-1" strike="noStrike">
                <a:solidFill>
                  <a:schemeClr val="accent3">
                    <a:lumMod val="25000"/>
                  </a:schemeClr>
                </a:solidFill>
                <a:latin typeface="Abadi"/>
              </a:rPr>
              <a:t>Show a </a:t>
            </a:r>
            <a:r>
              <a:rPr b="0" lang="en-US" sz="2200" spc="-1" strike="noStrike">
                <a:solidFill>
                  <a:schemeClr val="accent3">
                    <a:lumMod val="25000"/>
                  </a:schemeClr>
                </a:solidFill>
                <a:latin typeface="Abadi"/>
              </a:rPr>
              <a:t>scatter point of Flight number vs. Orbit type</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tabLst>
                <a:tab algn="l" pos="0"/>
              </a:tabLst>
            </a:pPr>
            <a:r>
              <a:rPr b="0" lang="en-US" sz="2200" spc="-1" strike="noStrike">
                <a:solidFill>
                  <a:schemeClr val="accent3">
                    <a:lumMod val="25000"/>
                  </a:schemeClr>
                </a:solidFill>
                <a:latin typeface="Abadi"/>
              </a:rPr>
              <a:t>Show the screenshot of the scatter plot with explanations</a:t>
            </a:r>
            <a:endParaRPr b="0" lang="en-US" sz="2200" spc="-1" strike="noStrike">
              <a:solidFill>
                <a:srgbClr val="000000"/>
              </a:solidFill>
              <a:latin typeface="Arial"/>
            </a:endParaRPr>
          </a:p>
        </p:txBody>
      </p:sp>
      <p:sp>
        <p:nvSpPr>
          <p:cNvPr id="110"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Flight Number vs. Orbit Type</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239B5CA5-6D9D-4D4A-AAAA-29ADE0D1304A}"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1" name="PlaceHolder 1"/>
          <p:cNvSpPr>
            <a:spLocks noGrp="1"/>
          </p:cNvSpPr>
          <p:nvPr>
            <p:ph/>
          </p:nvPr>
        </p:nvSpPr>
        <p:spPr>
          <a:xfrm>
            <a:off x="770040" y="2057400"/>
            <a:ext cx="3931560" cy="381096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CA" sz="2200" spc="-1" strike="noStrike">
                <a:solidFill>
                  <a:schemeClr val="accent3">
                    <a:lumMod val="25000"/>
                  </a:schemeClr>
                </a:solidFill>
                <a:latin typeface="Abadi"/>
              </a:rPr>
              <a:t>Show a </a:t>
            </a:r>
            <a:r>
              <a:rPr b="0" lang="en-US" sz="2200" spc="-1" strike="noStrike">
                <a:solidFill>
                  <a:schemeClr val="accent3">
                    <a:lumMod val="25000"/>
                  </a:schemeClr>
                </a:solidFill>
                <a:latin typeface="Abadi"/>
              </a:rPr>
              <a:t>scatter point of payload vs. orbit type</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tabLst>
                <a:tab algn="l" pos="0"/>
              </a:tabLst>
            </a:pPr>
            <a:r>
              <a:rPr b="0" lang="en-US" sz="2200" spc="-1" strike="noStrike">
                <a:solidFill>
                  <a:schemeClr val="accent3">
                    <a:lumMod val="25000"/>
                  </a:schemeClr>
                </a:solidFill>
                <a:latin typeface="Abadi"/>
              </a:rPr>
              <a:t>Show the screenshot of the scatter plot with explanations</a:t>
            </a:r>
            <a:endParaRPr b="0" lang="en-US" sz="2200" spc="-1" strike="noStrike">
              <a:solidFill>
                <a:srgbClr val="000000"/>
              </a:solidFill>
              <a:latin typeface="Arial"/>
            </a:endParaRPr>
          </a:p>
        </p:txBody>
      </p:sp>
      <p:sp>
        <p:nvSpPr>
          <p:cNvPr id="112"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Payload vs. Orbit Type</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DBC4C20B-A948-4512-998D-875E575E69C3}"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3" name="PlaceHolder 1"/>
          <p:cNvSpPr>
            <a:spLocks noGrp="1"/>
          </p:cNvSpPr>
          <p:nvPr>
            <p:ph/>
          </p:nvPr>
        </p:nvSpPr>
        <p:spPr>
          <a:xfrm>
            <a:off x="770040" y="2069640"/>
            <a:ext cx="3931560" cy="381096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CA" sz="2200" spc="-1" strike="noStrike">
                <a:solidFill>
                  <a:schemeClr val="accent3">
                    <a:lumMod val="25000"/>
                  </a:schemeClr>
                </a:solidFill>
                <a:latin typeface="Abadi"/>
              </a:rPr>
              <a:t>Show a </a:t>
            </a:r>
            <a:r>
              <a:rPr b="0" lang="en-US" sz="2200" spc="-1" strike="noStrike">
                <a:solidFill>
                  <a:schemeClr val="accent3">
                    <a:lumMod val="25000"/>
                  </a:schemeClr>
                </a:solidFill>
                <a:latin typeface="Abadi"/>
              </a:rPr>
              <a:t>line chart of yearly average success rate</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tabLst>
                <a:tab algn="l" pos="0"/>
              </a:tabLst>
            </a:pPr>
            <a:r>
              <a:rPr b="0" lang="en-US" sz="2200" spc="-1" strike="noStrike">
                <a:solidFill>
                  <a:schemeClr val="accent3">
                    <a:lumMod val="25000"/>
                  </a:schemeClr>
                </a:solidFill>
                <a:latin typeface="Abadi"/>
              </a:rPr>
              <a:t>Show the screenshot of the scatter plot with explanations</a:t>
            </a:r>
            <a:endParaRPr b="0" lang="en-US" sz="2200" spc="-1" strike="noStrike">
              <a:solidFill>
                <a:srgbClr val="000000"/>
              </a:solidFill>
              <a:latin typeface="Arial"/>
            </a:endParaRPr>
          </a:p>
        </p:txBody>
      </p:sp>
      <p:sp>
        <p:nvSpPr>
          <p:cNvPr id="114"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Launch Success Yearly Trend</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B99198AF-7F25-4CB7-BF76-8C3180D71421}"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5" name="PlaceHolder 1"/>
          <p:cNvSpPr>
            <a:spLocks noGrp="1"/>
          </p:cNvSpPr>
          <p:nvPr>
            <p:ph/>
          </p:nvPr>
        </p:nvSpPr>
        <p:spPr>
          <a:xfrm>
            <a:off x="770040" y="1825560"/>
            <a:ext cx="9744840" cy="4350600"/>
          </a:xfrm>
          <a:prstGeom prst="rect">
            <a:avLst/>
          </a:prstGeom>
          <a:noFill/>
          <a:ln w="0">
            <a:noFill/>
          </a:ln>
        </p:spPr>
        <p:txBody>
          <a:bodyPr lIns="90000" rIns="90000" tIns="45000" bIns="4500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Find the names of the unique launch sites</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Present your query result with a short explanation here</a:t>
            </a:r>
            <a:endParaRPr b="0" lang="en-US" sz="2200" spc="-1" strike="noStrike">
              <a:solidFill>
                <a:srgbClr val="000000"/>
              </a:solidFill>
              <a:latin typeface="Arial"/>
            </a:endParaRPr>
          </a:p>
        </p:txBody>
      </p:sp>
      <p:sp>
        <p:nvSpPr>
          <p:cNvPr id="116"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All Launch Site Names</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9BDC30BD-7F8F-4EF5-BCD8-FBF71C5A120E}"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7" name="PlaceHolder 1"/>
          <p:cNvSpPr>
            <a:spLocks noGrp="1"/>
          </p:cNvSpPr>
          <p:nvPr>
            <p:ph/>
          </p:nvPr>
        </p:nvSpPr>
        <p:spPr>
          <a:xfrm>
            <a:off x="770040" y="1825560"/>
            <a:ext cx="9744840" cy="4350600"/>
          </a:xfrm>
          <a:prstGeom prst="rect">
            <a:avLst/>
          </a:prstGeom>
          <a:noFill/>
          <a:ln w="0">
            <a:noFill/>
          </a:ln>
        </p:spPr>
        <p:txBody>
          <a:bodyPr lIns="90000" rIns="90000" tIns="45000" bIns="4500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Find 5 records where launch sites begin with `CCA`</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Present your query result with a short explanation here</a:t>
            </a:r>
            <a:endParaRPr b="0" lang="en-US" sz="2200" spc="-1" strike="noStrike">
              <a:solidFill>
                <a:srgbClr val="000000"/>
              </a:solidFill>
              <a:latin typeface="Arial"/>
            </a:endParaRPr>
          </a:p>
        </p:txBody>
      </p:sp>
      <p:sp>
        <p:nvSpPr>
          <p:cNvPr id="118"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Launch Site Names Begin with 'CCA'</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2ADA7F23-23CC-46F0-A983-607475268FDC}"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9" name="PlaceHolder 1"/>
          <p:cNvSpPr>
            <a:spLocks noGrp="1"/>
          </p:cNvSpPr>
          <p:nvPr>
            <p:ph/>
          </p:nvPr>
        </p:nvSpPr>
        <p:spPr>
          <a:xfrm>
            <a:off x="770040" y="1825560"/>
            <a:ext cx="9744840" cy="4350600"/>
          </a:xfrm>
          <a:prstGeom prst="rect">
            <a:avLst/>
          </a:prstGeom>
          <a:noFill/>
          <a:ln w="0">
            <a:noFill/>
          </a:ln>
        </p:spPr>
        <p:txBody>
          <a:bodyPr lIns="90000" rIns="90000" tIns="45000" bIns="4500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Calculate the total payload carried by boosters from NASA</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Present your query result with a short explanation here</a:t>
            </a:r>
            <a:endParaRPr b="0" lang="en-US" sz="2200" spc="-1" strike="noStrike">
              <a:solidFill>
                <a:srgbClr val="000000"/>
              </a:solidFill>
              <a:latin typeface="Arial"/>
            </a:endParaRPr>
          </a:p>
        </p:txBody>
      </p:sp>
      <p:sp>
        <p:nvSpPr>
          <p:cNvPr id="120"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Total Payload Mass</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9C0AF650-4E32-4602-A8EC-9A9AE81B74EB}"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1" name="PlaceHolder 1"/>
          <p:cNvSpPr>
            <a:spLocks noGrp="1"/>
          </p:cNvSpPr>
          <p:nvPr>
            <p:ph/>
          </p:nvPr>
        </p:nvSpPr>
        <p:spPr>
          <a:xfrm>
            <a:off x="770040" y="1825560"/>
            <a:ext cx="9744840" cy="4350600"/>
          </a:xfrm>
          <a:prstGeom prst="rect">
            <a:avLst/>
          </a:prstGeom>
          <a:noFill/>
          <a:ln w="0">
            <a:noFill/>
          </a:ln>
        </p:spPr>
        <p:txBody>
          <a:bodyPr lIns="90000" rIns="90000" tIns="45000" bIns="4500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Calculate the average payload mass carried by booster version F9 v1.1</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Present your query result with a short explanation here</a:t>
            </a:r>
            <a:endParaRPr b="0" lang="en-US" sz="2200" spc="-1" strike="noStrike">
              <a:solidFill>
                <a:srgbClr val="000000"/>
              </a:solidFill>
              <a:latin typeface="Arial"/>
            </a:endParaRPr>
          </a:p>
        </p:txBody>
      </p:sp>
      <p:sp>
        <p:nvSpPr>
          <p:cNvPr id="122"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Average Payload Mass by F9 v1.1</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1112D90E-C6B9-428F-9B9D-27512B9D6F0A}"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3" name="PlaceHolder 1"/>
          <p:cNvSpPr>
            <a:spLocks noGrp="1"/>
          </p:cNvSpPr>
          <p:nvPr>
            <p:ph/>
          </p:nvPr>
        </p:nvSpPr>
        <p:spPr>
          <a:xfrm>
            <a:off x="770040" y="1825560"/>
            <a:ext cx="9744840" cy="4350600"/>
          </a:xfrm>
          <a:prstGeom prst="rect">
            <a:avLst/>
          </a:prstGeom>
          <a:noFill/>
          <a:ln w="0">
            <a:noFill/>
          </a:ln>
        </p:spPr>
        <p:txBody>
          <a:bodyPr lIns="91440" rIns="91440" tIns="45720" bIns="4572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Find the dates of the first successful landing outcome on ground pad</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Present your query result with a short explanation here</a:t>
            </a:r>
            <a:endParaRPr b="0" lang="en-US" sz="2200" spc="-1" strike="noStrike">
              <a:solidFill>
                <a:srgbClr val="000000"/>
              </a:solidFill>
              <a:latin typeface="Arial"/>
            </a:endParaRPr>
          </a:p>
        </p:txBody>
      </p:sp>
      <p:sp>
        <p:nvSpPr>
          <p:cNvPr id="124"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First Successful Ground Landing Date</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BF599B79-F5BD-4E70-B4B1-0061C10BB45F}"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5" name="PlaceHolder 1"/>
          <p:cNvSpPr>
            <a:spLocks noGrp="1"/>
          </p:cNvSpPr>
          <p:nvPr>
            <p:ph/>
          </p:nvPr>
        </p:nvSpPr>
        <p:spPr>
          <a:xfrm>
            <a:off x="770040" y="1825560"/>
            <a:ext cx="9744840" cy="4350600"/>
          </a:xfrm>
          <a:prstGeom prst="rect">
            <a:avLst/>
          </a:prstGeom>
          <a:noFill/>
          <a:ln w="0">
            <a:noFill/>
          </a:ln>
        </p:spPr>
        <p:txBody>
          <a:bodyPr lIns="91440" rIns="91440" tIns="45720" bIns="4572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List the names of boosters which </a:t>
            </a:r>
            <a:r>
              <a:rPr b="0" lang="en-US" sz="2200" spc="-1" strike="noStrike">
                <a:solidFill>
                  <a:schemeClr val="accent3">
                    <a:lumMod val="25000"/>
                  </a:schemeClr>
                </a:solidFill>
                <a:latin typeface="Abadi"/>
              </a:rPr>
              <a:t>have successfully landed on drone </a:t>
            </a:r>
            <a:r>
              <a:rPr b="0" lang="en-US" sz="2200" spc="-1" strike="noStrike">
                <a:solidFill>
                  <a:schemeClr val="accent3">
                    <a:lumMod val="25000"/>
                  </a:schemeClr>
                </a:solidFill>
                <a:latin typeface="Abadi"/>
              </a:rPr>
              <a:t>ship and had payload mass greater </a:t>
            </a:r>
            <a:r>
              <a:rPr b="0" lang="en-US" sz="2200" spc="-1" strike="noStrike">
                <a:solidFill>
                  <a:schemeClr val="accent3">
                    <a:lumMod val="25000"/>
                  </a:schemeClr>
                </a:solidFill>
                <a:latin typeface="Abadi"/>
              </a:rPr>
              <a:t>than 4000 but less than 6000</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Present your query result with a </a:t>
            </a:r>
            <a:r>
              <a:rPr b="0" lang="en-US" sz="2200" spc="-1" strike="noStrike">
                <a:solidFill>
                  <a:schemeClr val="accent3">
                    <a:lumMod val="25000"/>
                  </a:schemeClr>
                </a:solidFill>
                <a:latin typeface="Abadi"/>
              </a:rPr>
              <a:t>short explanation here</a:t>
            </a:r>
            <a:endParaRPr b="0" lang="en-US" sz="2200" spc="-1" strike="noStrike">
              <a:solidFill>
                <a:srgbClr val="000000"/>
              </a:solidFill>
              <a:latin typeface="Arial"/>
            </a:endParaRPr>
          </a:p>
        </p:txBody>
      </p:sp>
      <p:sp>
        <p:nvSpPr>
          <p:cNvPr id="126"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62222"/>
          </a:bodyPr>
          <a:p>
            <a:pPr defTabSz="914400">
              <a:lnSpc>
                <a:spcPct val="90000"/>
              </a:lnSpc>
            </a:pPr>
            <a:r>
              <a:rPr b="0" lang="en-US" sz="4000" spc="-1" strike="noStrike">
                <a:solidFill>
                  <a:srgbClr val="0b49cb"/>
                </a:solidFill>
                <a:latin typeface="Abadi"/>
                <a:ea typeface="IBM Plex Mono SemiBold"/>
              </a:rPr>
              <a:t>Successful Drone Ship Landing with Payload between 4000 and 6000</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37BAC24F-BCCE-4E8C-BDEC-2A96A2EC6762}"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7" name="PlaceHolder 1"/>
          <p:cNvSpPr>
            <a:spLocks noGrp="1"/>
          </p:cNvSpPr>
          <p:nvPr>
            <p:ph/>
          </p:nvPr>
        </p:nvSpPr>
        <p:spPr>
          <a:xfrm>
            <a:off x="770040" y="1825560"/>
            <a:ext cx="9744840" cy="4350600"/>
          </a:xfrm>
          <a:prstGeom prst="rect">
            <a:avLst/>
          </a:prstGeom>
          <a:noFill/>
          <a:ln w="0">
            <a:noFill/>
          </a:ln>
        </p:spPr>
        <p:txBody>
          <a:bodyPr lIns="90000" rIns="90000" tIns="45000" bIns="4500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Calculate the total number of successful and failure mission outcomes</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Present your query result with a short explanation here</a:t>
            </a:r>
            <a:endParaRPr b="0" lang="en-US" sz="2200" spc="-1" strike="noStrike">
              <a:solidFill>
                <a:srgbClr val="000000"/>
              </a:solidFill>
              <a:latin typeface="Arial"/>
            </a:endParaRPr>
          </a:p>
        </p:txBody>
      </p:sp>
      <p:sp>
        <p:nvSpPr>
          <p:cNvPr id="128"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71666"/>
          </a:bodyPr>
          <a:p>
            <a:pPr defTabSz="914400">
              <a:lnSpc>
                <a:spcPct val="90000"/>
              </a:lnSpc>
            </a:pPr>
            <a:r>
              <a:rPr b="0" lang="en-US" sz="4000" spc="-1" strike="noStrike">
                <a:solidFill>
                  <a:srgbClr val="0b49cb"/>
                </a:solidFill>
                <a:latin typeface="Abadi"/>
                <a:ea typeface="IBM Plex Mono SemiBold"/>
              </a:rPr>
              <a:t>Total Number of Successful and Failure Mission Outcomes</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7D95165D-2A42-49DC-BAE3-63E0B1D74424}"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9" name="PlaceHolder 1"/>
          <p:cNvSpPr>
            <a:spLocks noGrp="1"/>
          </p:cNvSpPr>
          <p:nvPr>
            <p:ph/>
          </p:nvPr>
        </p:nvSpPr>
        <p:spPr>
          <a:xfrm>
            <a:off x="770040" y="1825560"/>
            <a:ext cx="9744840" cy="4350600"/>
          </a:xfrm>
          <a:prstGeom prst="rect">
            <a:avLst/>
          </a:prstGeom>
          <a:noFill/>
          <a:ln w="0">
            <a:noFill/>
          </a:ln>
        </p:spPr>
        <p:txBody>
          <a:bodyPr lIns="90000" rIns="90000" tIns="45000" bIns="4500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List the names of the booster which have carried the maximum payload mass</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Present your query result with a short explanation here</a:t>
            </a:r>
            <a:endParaRPr b="0" lang="en-US" sz="2200" spc="-1" strike="noStrike">
              <a:solidFill>
                <a:srgbClr val="000000"/>
              </a:solidFill>
              <a:latin typeface="Arial"/>
            </a:endParaRPr>
          </a:p>
        </p:txBody>
      </p:sp>
      <p:sp>
        <p:nvSpPr>
          <p:cNvPr id="130"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Boosters Carried Maximum Payload</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2A8E72B4-8895-432D-A784-024EDD409FA1}"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1" name="PlaceHolder 1"/>
          <p:cNvSpPr>
            <a:spLocks noGrp="1"/>
          </p:cNvSpPr>
          <p:nvPr>
            <p:ph/>
          </p:nvPr>
        </p:nvSpPr>
        <p:spPr>
          <a:xfrm>
            <a:off x="770040" y="1825560"/>
            <a:ext cx="9744840" cy="4350600"/>
          </a:xfrm>
          <a:prstGeom prst="rect">
            <a:avLst/>
          </a:prstGeom>
          <a:noFill/>
          <a:ln w="0">
            <a:noFill/>
          </a:ln>
        </p:spPr>
        <p:txBody>
          <a:bodyPr lIns="91440" rIns="91440" tIns="45720" bIns="4572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List the failed landing_outcomes in drone ship, their booster versions, and launch site names for in year 2015</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Present your query result with a short explanation here</a:t>
            </a:r>
            <a:endParaRPr b="0" lang="en-US" sz="2200" spc="-1" strike="noStrike">
              <a:solidFill>
                <a:srgbClr val="000000"/>
              </a:solidFill>
              <a:latin typeface="Arial"/>
            </a:endParaRPr>
          </a:p>
        </p:txBody>
      </p:sp>
      <p:sp>
        <p:nvSpPr>
          <p:cNvPr id="132"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2015 Launch Records</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62B299BB-2C54-45CC-A34C-6C16BA242113}"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3" name="PlaceHolder 1"/>
          <p:cNvSpPr>
            <a:spLocks noGrp="1"/>
          </p:cNvSpPr>
          <p:nvPr>
            <p:ph/>
          </p:nvPr>
        </p:nvSpPr>
        <p:spPr>
          <a:xfrm>
            <a:off x="770040" y="1825560"/>
            <a:ext cx="9744840" cy="4350600"/>
          </a:xfrm>
          <a:prstGeom prst="rect">
            <a:avLst/>
          </a:prstGeom>
          <a:noFill/>
          <a:ln w="0">
            <a:noFill/>
          </a:ln>
        </p:spPr>
        <p:txBody>
          <a:bodyPr lIns="91440" rIns="91440" tIns="45720" bIns="45720" anchor="t">
            <a:no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Rank the count of landing outcomes (such as Failure (drone ship) or Success (ground pad)) between the date 2010-06-04 and 2017-03-20, in descending order</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Present your query result with a short explanation here</a:t>
            </a:r>
            <a:endParaRPr b="0" lang="en-US" sz="2200" spc="-1" strike="noStrike">
              <a:solidFill>
                <a:srgbClr val="000000"/>
              </a:solidFill>
              <a:latin typeface="Arial"/>
            </a:endParaRPr>
          </a:p>
        </p:txBody>
      </p:sp>
      <p:sp>
        <p:nvSpPr>
          <p:cNvPr id="134"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70000"/>
          </a:bodyPr>
          <a:p>
            <a:pPr defTabSz="914400">
              <a:lnSpc>
                <a:spcPct val="90000"/>
              </a:lnSpc>
            </a:pPr>
            <a:r>
              <a:rPr b="0" lang="en-US" sz="4000" spc="-1" strike="noStrike">
                <a:solidFill>
                  <a:srgbClr val="0b49cb"/>
                </a:solidFill>
                <a:latin typeface="Abadi"/>
                <a:ea typeface="IBM Plex Mono SemiBold"/>
              </a:rPr>
              <a:t>Rank Landing Outcomes Between 2010-06-04 and 2017-03-20</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8A882B06-E31E-455B-8D1F-1F24DBF8F33C}" type="slidenum">
              <a:t>33</a:t>
            </a:fld>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5" name="TextBox 6"/>
          <p:cNvSpPr/>
          <p:nvPr/>
        </p:nvSpPr>
        <p:spPr>
          <a:xfrm>
            <a:off x="749880" y="2529720"/>
            <a:ext cx="1154880" cy="363960"/>
          </a:xfrm>
          <a:prstGeom prst="rect">
            <a:avLst/>
          </a:prstGeom>
          <a:solidFill>
            <a:srgbClr val="0948cb"/>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lt1"/>
                </a:solidFill>
                <a:latin typeface="Calibri"/>
              </a:rPr>
              <a:t>Section 3</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6" name="PlaceHolder 1"/>
          <p:cNvSpPr>
            <a:spLocks noGrp="1"/>
          </p:cNvSpPr>
          <p:nvPr>
            <p:ph/>
          </p:nvPr>
        </p:nvSpPr>
        <p:spPr>
          <a:xfrm>
            <a:off x="770040" y="1825560"/>
            <a:ext cx="9744840" cy="4350600"/>
          </a:xfrm>
          <a:prstGeom prst="rect">
            <a:avLst/>
          </a:prstGeom>
          <a:noFill/>
          <a:ln w="0">
            <a:noFill/>
          </a:ln>
        </p:spPr>
        <p:txBody>
          <a:bodyPr lIns="91440" rIns="91440" tIns="45720" bIns="4572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Replace &lt;Folium map screenshot 1&gt; title with an appropriate title</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Explore the generated folium map and make a proper screenshot to </a:t>
            </a:r>
            <a:r>
              <a:rPr b="0" lang="en-US" sz="2200" spc="-1" strike="noStrike">
                <a:solidFill>
                  <a:schemeClr val="accent3">
                    <a:lumMod val="25000"/>
                  </a:schemeClr>
                </a:solidFill>
                <a:latin typeface="Abadi"/>
              </a:rPr>
              <a:t>include all launch sites’ location markers on a global map</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Explain the important elements and findings on the screenshot</a:t>
            </a:r>
            <a:endParaRPr b="0" lang="en-US" sz="2200" spc="-1" strike="noStrike">
              <a:solidFill>
                <a:srgbClr val="000000"/>
              </a:solidFill>
              <a:latin typeface="Arial"/>
            </a:endParaRPr>
          </a:p>
          <a:p>
            <a:pPr indent="0" defTabSz="914400">
              <a:lnSpc>
                <a:spcPct val="100000"/>
              </a:lnSpc>
              <a:buNone/>
              <a:tabLst>
                <a:tab algn="l" pos="0"/>
              </a:tabLst>
            </a:pPr>
            <a:endParaRPr b="0" lang="en-US" sz="1800" spc="-1" strike="noStrike">
              <a:solidFill>
                <a:srgbClr val="000000"/>
              </a:solidFill>
              <a:latin typeface="Arial"/>
            </a:endParaRPr>
          </a:p>
        </p:txBody>
      </p:sp>
      <p:sp>
        <p:nvSpPr>
          <p:cNvPr id="137"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&lt;Folium Map Screenshot 1&gt;</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1DCA975D-D3E0-46B2-BD61-4F9AB20D4AF0}" type="slidenum">
              <a:t>35</a:t>
            </a:fld>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8" name="PlaceHolder 1"/>
          <p:cNvSpPr>
            <a:spLocks noGrp="1"/>
          </p:cNvSpPr>
          <p:nvPr>
            <p:ph/>
          </p:nvPr>
        </p:nvSpPr>
        <p:spPr>
          <a:xfrm>
            <a:off x="770040" y="1825560"/>
            <a:ext cx="9744840" cy="4350600"/>
          </a:xfrm>
          <a:prstGeom prst="rect">
            <a:avLst/>
          </a:prstGeom>
          <a:noFill/>
          <a:ln w="0">
            <a:noFill/>
          </a:ln>
        </p:spPr>
        <p:txBody>
          <a:bodyPr lIns="91440" rIns="91440" tIns="45720" bIns="4572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Replace &lt;Folium map screenshot 2&gt; title with an appropriate title</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ea typeface="Calibri"/>
              </a:rPr>
              <a:t>Explore the folium map and make a proper screenshot to show the color-labeled launch outcomes on the map</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ea typeface="Calibri"/>
              </a:rPr>
              <a:t>Explain the important elements and findings on the screenshot</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1800" spc="-1" strike="noStrike">
              <a:solidFill>
                <a:srgbClr val="000000"/>
              </a:solidFill>
              <a:latin typeface="Arial"/>
            </a:endParaRPr>
          </a:p>
        </p:txBody>
      </p:sp>
      <p:sp>
        <p:nvSpPr>
          <p:cNvPr id="139"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&lt;Folium Map Screenshot 2&gt;</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56715DD0-23BE-4C01-97F4-6E03CBB73B7A}" type="slidenum">
              <a:t>36</a:t>
            </a:fld>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0" name="PlaceHolder 1"/>
          <p:cNvSpPr>
            <a:spLocks noGrp="1"/>
          </p:cNvSpPr>
          <p:nvPr>
            <p:ph/>
          </p:nvPr>
        </p:nvSpPr>
        <p:spPr>
          <a:xfrm>
            <a:off x="770040" y="1690560"/>
            <a:ext cx="8597160" cy="4314240"/>
          </a:xfrm>
          <a:prstGeom prst="rect">
            <a:avLst/>
          </a:prstGeom>
          <a:noFill/>
          <a:ln w="0">
            <a:noFill/>
          </a:ln>
        </p:spPr>
        <p:txBody>
          <a:bodyPr lIns="91440" rIns="91440" tIns="45720" bIns="4572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Replace &lt;Folium map screenshot 3&gt; title with an appropriate title</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Explore the generated folium map and show the screenshot of a selected launch site to its proximities such as railway, highway, coastline, with distance calculated and displayed</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Explain the important elements and findings on the screenshot</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p:txBody>
      </p:sp>
      <p:sp>
        <p:nvSpPr>
          <p:cNvPr id="141"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&lt;Folium Map Screenshot 3&gt;</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6FD16C66-5A8C-469A-AE4E-9ADD9F920317}" type="slidenum">
              <a:t>37</a:t>
            </a:fld>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2" name="TextBox 1"/>
          <p:cNvSpPr/>
          <p:nvPr/>
        </p:nvSpPr>
        <p:spPr>
          <a:xfrm>
            <a:off x="749880" y="2529720"/>
            <a:ext cx="1154880" cy="363960"/>
          </a:xfrm>
          <a:prstGeom prst="rect">
            <a:avLst/>
          </a:prstGeom>
          <a:solidFill>
            <a:srgbClr val="0948cb"/>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lt1"/>
                </a:solidFill>
                <a:latin typeface="Calibri"/>
              </a:rPr>
              <a:t>Section 4</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3" name="PlaceHolder 1"/>
          <p:cNvSpPr>
            <a:spLocks noGrp="1"/>
          </p:cNvSpPr>
          <p:nvPr>
            <p:ph/>
          </p:nvPr>
        </p:nvSpPr>
        <p:spPr>
          <a:xfrm>
            <a:off x="770040" y="1825560"/>
            <a:ext cx="9744840" cy="4350600"/>
          </a:xfrm>
          <a:prstGeom prst="rect">
            <a:avLst/>
          </a:prstGeom>
          <a:noFill/>
          <a:ln w="0">
            <a:noFill/>
          </a:ln>
        </p:spPr>
        <p:txBody>
          <a:bodyPr lIns="91440" rIns="91440" tIns="45720" bIns="4572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Replace &lt;Dashboard screenshot 1&gt; title with an appropriate title</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Show the screenshot of launch success count for all sites, in a piechart</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Explain the important elements and findings on the screenshot</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p:txBody>
      </p:sp>
      <p:sp>
        <p:nvSpPr>
          <p:cNvPr id="144"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&lt;Dashboard Screenshot 1&gt;</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ADDC6560-71C8-46E8-A7AD-01596A7C80D8}" type="slidenum">
              <a:t>39</a:t>
            </a:fld>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5" name="PlaceHolder 1"/>
          <p:cNvSpPr>
            <a:spLocks noGrp="1"/>
          </p:cNvSpPr>
          <p:nvPr>
            <p:ph/>
          </p:nvPr>
        </p:nvSpPr>
        <p:spPr>
          <a:xfrm>
            <a:off x="734040" y="1825560"/>
            <a:ext cx="10550880" cy="4350600"/>
          </a:xfrm>
          <a:prstGeom prst="rect">
            <a:avLst/>
          </a:prstGeom>
          <a:noFill/>
          <a:ln w="0">
            <a:noFill/>
          </a:ln>
        </p:spPr>
        <p:txBody>
          <a:bodyPr lIns="91440" rIns="91440" tIns="45720" bIns="4572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Replace &lt;Dashboard screenshot 2&gt; title with an appropriate title</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Show the screenshot of the piechart for the launch site with highest launch success ratio</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Explain the important elements and findings on the screenshot</a:t>
            </a:r>
            <a:endParaRPr b="0" lang="en-US" sz="2200" spc="-1" strike="noStrike">
              <a:solidFill>
                <a:srgbClr val="000000"/>
              </a:solidFill>
              <a:latin typeface="Arial"/>
            </a:endParaRPr>
          </a:p>
          <a:p>
            <a:pPr indent="0" defTabSz="914400">
              <a:lnSpc>
                <a:spcPct val="100000"/>
              </a:lnSpc>
              <a:buNone/>
              <a:tabLst>
                <a:tab algn="l" pos="0"/>
              </a:tabLst>
            </a:pPr>
            <a:endParaRPr b="0" lang="en-US" sz="1800" spc="-1" strike="noStrike">
              <a:solidFill>
                <a:srgbClr val="000000"/>
              </a:solidFill>
              <a:latin typeface="Arial"/>
            </a:endParaRPr>
          </a:p>
        </p:txBody>
      </p:sp>
      <p:sp>
        <p:nvSpPr>
          <p:cNvPr id="146"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&lt;Dashboard Screenshot 2&gt;</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76CDD4A9-0A29-4BD1-8638-84B6F7B389B6}" type="slidenum">
              <a:t>40</a:t>
            </a:fld>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7" name="PlaceHolder 1"/>
          <p:cNvSpPr>
            <a:spLocks noGrp="1"/>
          </p:cNvSpPr>
          <p:nvPr>
            <p:ph/>
          </p:nvPr>
        </p:nvSpPr>
        <p:spPr>
          <a:xfrm>
            <a:off x="770040" y="1825560"/>
            <a:ext cx="10414080" cy="4350600"/>
          </a:xfrm>
          <a:prstGeom prst="rect">
            <a:avLst/>
          </a:prstGeom>
          <a:noFill/>
          <a:ln w="0">
            <a:noFill/>
          </a:ln>
        </p:spPr>
        <p:txBody>
          <a:bodyPr lIns="91440" rIns="91440" tIns="45720" bIns="4572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Replace &lt;Dashboard screenshot 3&gt; title </a:t>
            </a:r>
            <a:r>
              <a:rPr b="0" lang="en-US" sz="2200" spc="-1" strike="noStrike">
                <a:solidFill>
                  <a:schemeClr val="accent3">
                    <a:lumMod val="25000"/>
                  </a:schemeClr>
                </a:solidFill>
                <a:latin typeface="Abadi"/>
              </a:rPr>
              <a:t>with an appropriate title</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Show screenshots of Payload vs. Launch </a:t>
            </a:r>
            <a:r>
              <a:rPr b="0" lang="en-US" sz="2200" spc="-1" strike="noStrike">
                <a:solidFill>
                  <a:schemeClr val="accent3">
                    <a:lumMod val="25000"/>
                  </a:schemeClr>
                </a:solidFill>
                <a:latin typeface="Abadi"/>
              </a:rPr>
              <a:t>Outcome scatter plot for all sites, with </a:t>
            </a:r>
            <a:r>
              <a:rPr b="0" lang="en-US" sz="2200" spc="-1" strike="noStrike">
                <a:solidFill>
                  <a:schemeClr val="accent3">
                    <a:lumMod val="25000"/>
                  </a:schemeClr>
                </a:solidFill>
                <a:latin typeface="Abadi"/>
              </a:rPr>
              <a:t>different payload selected in the range </a:t>
            </a:r>
            <a:r>
              <a:rPr b="0" lang="en-US" sz="2200" spc="-1" strike="noStrike">
                <a:solidFill>
                  <a:schemeClr val="accent3">
                    <a:lumMod val="25000"/>
                  </a:schemeClr>
                </a:solidFill>
                <a:latin typeface="Abadi"/>
              </a:rPr>
              <a:t>slider</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Explain the important elements and </a:t>
            </a:r>
            <a:r>
              <a:rPr b="0" lang="en-US" sz="2200" spc="-1" strike="noStrike">
                <a:solidFill>
                  <a:schemeClr val="accent3">
                    <a:lumMod val="25000"/>
                  </a:schemeClr>
                </a:solidFill>
                <a:latin typeface="Abadi"/>
              </a:rPr>
              <a:t>findings on the screenshot, such as </a:t>
            </a:r>
            <a:r>
              <a:rPr b="0" lang="en-US" sz="2200" spc="-1" strike="noStrike">
                <a:solidFill>
                  <a:schemeClr val="accent3">
                    <a:lumMod val="25000"/>
                  </a:schemeClr>
                </a:solidFill>
                <a:latin typeface="Abadi"/>
              </a:rPr>
              <a:t>which payload range or booster version </a:t>
            </a:r>
            <a:r>
              <a:rPr b="0" lang="en-US" sz="2200" spc="-1" strike="noStrike">
                <a:solidFill>
                  <a:schemeClr val="accent3">
                    <a:lumMod val="25000"/>
                  </a:schemeClr>
                </a:solidFill>
                <a:latin typeface="Abadi"/>
              </a:rPr>
              <a:t>have the largest success rate, etc.</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p:txBody>
      </p:sp>
      <p:sp>
        <p:nvSpPr>
          <p:cNvPr id="148"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&lt;Dashboard Screenshot 3&gt;</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944B5029-3DF3-4AA2-9DE0-9D15E23C60D6}" type="slidenum">
              <a:t>41</a:t>
            </a:fld>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9" name="TextBox 1"/>
          <p:cNvSpPr/>
          <p:nvPr/>
        </p:nvSpPr>
        <p:spPr>
          <a:xfrm>
            <a:off x="749880" y="2529720"/>
            <a:ext cx="1154880" cy="363960"/>
          </a:xfrm>
          <a:prstGeom prst="rect">
            <a:avLst/>
          </a:prstGeom>
          <a:solidFill>
            <a:srgbClr val="0948cb"/>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lt1"/>
                </a:solidFill>
                <a:latin typeface="Calibri"/>
              </a:rPr>
              <a:t>Section 5</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0" name="PlaceHolder 1"/>
          <p:cNvSpPr>
            <a:spLocks noGrp="1"/>
          </p:cNvSpPr>
          <p:nvPr>
            <p:ph/>
          </p:nvPr>
        </p:nvSpPr>
        <p:spPr>
          <a:xfrm>
            <a:off x="770040" y="2082240"/>
            <a:ext cx="5325120" cy="3810960"/>
          </a:xfrm>
          <a:prstGeom prst="rect">
            <a:avLst/>
          </a:prstGeom>
          <a:noFill/>
          <a:ln w="0">
            <a:noFill/>
          </a:ln>
        </p:spPr>
        <p:txBody>
          <a:bodyPr lIns="91440" rIns="91440" tIns="45720" bIns="45720" anchor="t">
            <a:normAutofit/>
          </a:bodyPr>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Visualize the built model accuracy </a:t>
            </a:r>
            <a:r>
              <a:rPr b="0" lang="en-US" sz="2200" spc="-1" strike="noStrike">
                <a:solidFill>
                  <a:schemeClr val="accent3">
                    <a:lumMod val="25000"/>
                  </a:schemeClr>
                </a:solidFill>
                <a:latin typeface="Abadi"/>
              </a:rPr>
              <a:t>for all built classification models, </a:t>
            </a:r>
            <a:r>
              <a:rPr b="0" lang="en-US" sz="2200" spc="-1" strike="noStrike">
                <a:solidFill>
                  <a:schemeClr val="accent3">
                    <a:lumMod val="25000"/>
                  </a:schemeClr>
                </a:solidFill>
                <a:latin typeface="Abadi"/>
              </a:rPr>
              <a:t>in a bar chart</a:t>
            </a:r>
            <a:endParaRPr b="0" lang="en-US" sz="2200" spc="-1" strike="noStrike">
              <a:solidFill>
                <a:srgbClr val="000000"/>
              </a:solidFill>
              <a:latin typeface="Arial"/>
            </a:endParaRPr>
          </a:p>
          <a:p>
            <a:pPr indent="0" defTabSz="914400">
              <a:lnSpc>
                <a:spcPct val="100000"/>
              </a:lnSpc>
              <a:spcBef>
                <a:spcPts val="1400"/>
              </a:spcBef>
              <a:buNone/>
              <a:tabLst>
                <a:tab algn="l" pos="0"/>
              </a:tabLst>
            </a:pPr>
            <a:endParaRPr b="0" lang="en-US" sz="2200" spc="-1" strike="noStrike">
              <a:solidFill>
                <a:srgbClr val="000000"/>
              </a:solidFill>
              <a:latin typeface="Arial"/>
            </a:endParaRPr>
          </a:p>
          <a:p>
            <a:pPr marL="228600" indent="-228600" defTabSz="914400">
              <a:lnSpc>
                <a:spcPct val="100000"/>
              </a:lnSpc>
              <a:spcBef>
                <a:spcPts val="1400"/>
              </a:spcBef>
              <a:buClr>
                <a:srgbClr val="292929"/>
              </a:buClr>
              <a:buFont typeface="Arial"/>
              <a:buChar char="•"/>
              <a:tabLst>
                <a:tab algn="l" pos="0"/>
              </a:tabLst>
            </a:pPr>
            <a:r>
              <a:rPr b="0" lang="en-US" sz="2200" spc="-1" strike="noStrike">
                <a:solidFill>
                  <a:schemeClr val="accent3">
                    <a:lumMod val="25000"/>
                  </a:schemeClr>
                </a:solidFill>
                <a:latin typeface="Abadi"/>
              </a:rPr>
              <a:t>Find which model has the highest </a:t>
            </a:r>
            <a:r>
              <a:rPr b="0" lang="en-US" sz="2200" spc="-1" strike="noStrike">
                <a:solidFill>
                  <a:schemeClr val="accent3">
                    <a:lumMod val="25000"/>
                  </a:schemeClr>
                </a:solidFill>
                <a:latin typeface="Abadi"/>
              </a:rPr>
              <a:t>classification accuracy</a:t>
            </a:r>
            <a:endParaRPr b="0" lang="en-US" sz="2200" spc="-1" strike="noStrike">
              <a:solidFill>
                <a:srgbClr val="000000"/>
              </a:solidFill>
              <a:latin typeface="Arial"/>
            </a:endParaRPr>
          </a:p>
        </p:txBody>
      </p:sp>
      <p:sp>
        <p:nvSpPr>
          <p:cNvPr id="151"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Classification Accuracy</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DF080C2C-E2F2-4BF5-BA9B-AA6C94A72077}" type="slidenum">
              <a:t>43</a:t>
            </a:fld>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2" name="PlaceHolder 1"/>
          <p:cNvSpPr>
            <a:spLocks noGrp="1"/>
          </p:cNvSpPr>
          <p:nvPr>
            <p:ph/>
          </p:nvPr>
        </p:nvSpPr>
        <p:spPr>
          <a:xfrm>
            <a:off x="770040" y="2057400"/>
            <a:ext cx="9477360" cy="381096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US" sz="2200" spc="-1" strike="noStrike">
                <a:solidFill>
                  <a:schemeClr val="accent3">
                    <a:lumMod val="25000"/>
                  </a:schemeClr>
                </a:solidFill>
                <a:latin typeface="Abadi"/>
              </a:rPr>
              <a:t>Show the confusion matrix of the best performing model with an explanation </a:t>
            </a:r>
            <a:endParaRPr b="0" lang="en-US" sz="2200" spc="-1" strike="noStrike">
              <a:solidFill>
                <a:srgbClr val="000000"/>
              </a:solidFill>
              <a:latin typeface="Arial"/>
            </a:endParaRPr>
          </a:p>
        </p:txBody>
      </p:sp>
      <p:sp>
        <p:nvSpPr>
          <p:cNvPr id="153"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Confusion Matrix</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0C2AA320-AD74-4700-843E-AE80A1E9B97C}" type="slidenum">
              <a:t>44</a:t>
            </a:fld>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4" name="PlaceHolder 1"/>
          <p:cNvSpPr>
            <a:spLocks noGrp="1"/>
          </p:cNvSpPr>
          <p:nvPr>
            <p:ph/>
          </p:nvPr>
        </p:nvSpPr>
        <p:spPr>
          <a:xfrm>
            <a:off x="770040" y="1874880"/>
            <a:ext cx="5903280" cy="4350600"/>
          </a:xfrm>
          <a:prstGeom prst="rect">
            <a:avLst/>
          </a:prstGeom>
          <a:noFill/>
          <a:ln w="0">
            <a:noFill/>
          </a:ln>
        </p:spPr>
        <p:txBody>
          <a:bodyPr lIns="90000" rIns="90000" tIns="45000" bIns="4500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Point 1</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Point 2</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Point 3</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Point 4</a:t>
            </a:r>
            <a:endParaRPr b="0" lang="en-US" sz="2200" spc="-1" strike="noStrike">
              <a:solidFill>
                <a:srgbClr val="000000"/>
              </a:solidFill>
              <a:latin typeface="Arial"/>
            </a:endParaRPr>
          </a:p>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a:t>
            </a:r>
            <a:endParaRPr b="0" lang="en-US" sz="2200" spc="-1" strike="noStrike">
              <a:solidFill>
                <a:srgbClr val="000000"/>
              </a:solidFill>
              <a:latin typeface="Arial"/>
            </a:endParaRPr>
          </a:p>
        </p:txBody>
      </p:sp>
      <p:sp>
        <p:nvSpPr>
          <p:cNvPr id="155"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Conclusions</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39D16435-71AD-42AF-9ADC-0069535C808A}" type="slidenum">
              <a:t>45</a:t>
            </a:fld>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6" name="PlaceHolder 1"/>
          <p:cNvSpPr>
            <a:spLocks noGrp="1"/>
          </p:cNvSpPr>
          <p:nvPr>
            <p:ph/>
          </p:nvPr>
        </p:nvSpPr>
        <p:spPr>
          <a:xfrm>
            <a:off x="770040" y="1859400"/>
            <a:ext cx="10514880" cy="4350600"/>
          </a:xfrm>
          <a:prstGeom prst="rect">
            <a:avLst/>
          </a:prstGeom>
          <a:noFill/>
          <a:ln w="0">
            <a:noFill/>
          </a:ln>
        </p:spPr>
        <p:txBody>
          <a:bodyPr lIns="90000" rIns="90000" tIns="45000" bIns="45000" anchor="t">
            <a:normAutofit/>
          </a:bodyPr>
          <a:p>
            <a:pPr indent="0" defTabSz="914400">
              <a:lnSpc>
                <a:spcPct val="100000"/>
              </a:lnSpc>
              <a:spcBef>
                <a:spcPts val="1400"/>
              </a:spcBef>
              <a:buNone/>
              <a:tabLst>
                <a:tab algn="l" pos="0"/>
              </a:tabLst>
            </a:pPr>
            <a:r>
              <a:rPr b="0" lang="en-US" sz="2200" spc="-1" strike="noStrike">
                <a:solidFill>
                  <a:schemeClr val="accent3">
                    <a:lumMod val="25000"/>
                  </a:schemeClr>
                </a:solidFill>
                <a:latin typeface="Abadi"/>
              </a:rPr>
              <a:t>Include any relevant assets like Python code snippets, SQL queries, charts, Notebook outputs, or data sets that you may have created during this project</a:t>
            </a:r>
            <a:endParaRPr b="0" lang="en-US" sz="2200" spc="-1" strike="noStrike">
              <a:solidFill>
                <a:srgbClr val="000000"/>
              </a:solidFill>
              <a:latin typeface="Arial"/>
            </a:endParaRPr>
          </a:p>
        </p:txBody>
      </p:sp>
      <p:sp>
        <p:nvSpPr>
          <p:cNvPr id="157" name="Title 1"/>
          <p:cNvSpPr/>
          <p:nvPr/>
        </p:nvSpPr>
        <p:spPr>
          <a:xfrm>
            <a:off x="770040" y="538560"/>
            <a:ext cx="10514880" cy="548280"/>
          </a:xfrm>
          <a:prstGeom prst="rect">
            <a:avLst/>
          </a:prstGeom>
          <a:noFill/>
          <a:ln w="0">
            <a:noFill/>
          </a:ln>
        </p:spPr>
        <p:style>
          <a:lnRef idx="0"/>
          <a:fillRef idx="0"/>
          <a:effectRef idx="0"/>
          <a:fontRef idx="minor"/>
        </p:style>
        <p:txBody>
          <a:bodyPr lIns="90000" rIns="90000" tIns="45000" bIns="45000" anchor="ctr">
            <a:normAutofit fontScale="83888"/>
          </a:bodyPr>
          <a:p>
            <a:pPr defTabSz="914400">
              <a:lnSpc>
                <a:spcPct val="90000"/>
              </a:lnSpc>
            </a:pPr>
            <a:r>
              <a:rPr b="0" lang="en-US" sz="4000" spc="-1" strike="noStrike">
                <a:solidFill>
                  <a:srgbClr val="0b49cb"/>
                </a:solidFill>
                <a:latin typeface="Abadi"/>
                <a:ea typeface="IBM Plex Mono SemiBold"/>
              </a:rPr>
              <a:t>Appendix</a:t>
            </a:r>
            <a:endParaRPr b="0" lang="en-US" sz="4000" spc="-1" strike="noStrike">
              <a:solidFill>
                <a:srgbClr val="000000"/>
              </a:solidFill>
              <a:latin typeface="Arial"/>
            </a:endParaRPr>
          </a:p>
        </p:txBody>
      </p:sp>
      <p:sp>
        <p:nvSpPr>
          <p:cNvPr id="3" name="PlaceHolder 2"/>
          <p:cNvSpPr>
            <a:spLocks noGrp="1"/>
          </p:cNvSpPr>
          <p:nvPr>
            <p:ph type="sldNum" idx="1"/>
          </p:nvPr>
        </p:nvSpPr>
        <p:spPr/>
        <p:txBody>
          <a:bodyPr/>
          <a:p>
            <a:fld id="{BC1CFA8C-E467-478D-AD77-0982DEA51739}" type="slidenum">
              <a:t>46</a:t>
            </a:fld>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Tree>
  </p:cSld>
  <p:transition spd="slow">
    <p:push dir="u"/>
  </p:transition>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443</TotalTime>
  <Application>LibreOffice/24.2.7.2$Linux_X86_64 LibreOffice_project/420$Build-2</Application>
  <AppVersion>15.0000</AppVersion>
  <Words>1346</Words>
  <Paragraphs>234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2021-04-29T18:58:34Z</dcterms:created>
  <dc:creator>YAN Luo</dc:creator>
  <dc:description/>
  <dc:language>en-US</dc:language>
  <cp:lastModifiedBy/>
  <dcterms:modified xsi:type="dcterms:W3CDTF">2026-08-29T17:30:54Z</dcterms:modified>
  <cp:revision>216</cp:revision>
  <dc:subject/>
  <dc:title> &lt;Title&gt;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Notes">
    <vt:i4>4</vt:i4>
  </property>
  <property fmtid="{D5CDD505-2E9C-101B-9397-08002B2CF9AE}" pid="4" name="PresentationFormat">
    <vt:lpwstr>Widescreen</vt:lpwstr>
  </property>
  <property fmtid="{D5CDD505-2E9C-101B-9397-08002B2CF9AE}" pid="5" name="Slides">
    <vt:i4>47</vt:i4>
  </property>
</Properties>
</file>
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customXml/item1.xml" ContentType="application/xml"/>
  <Override PartName="/customXml/itemProps1.xml" ContentType="application/vnd.openxmlformats-officedocument.customXmlProperties+xml"/>
  <Override PartName="/customXml/item2.xml" ContentType="application/xml"/>
  <Override PartName="/customXml/_rels/item3.xml.rels" ContentType="application/vnd.openxmlformats-package.relationships+xml"/>
  <Override PartName="/customXml/_rels/item2.xml.rels" ContentType="application/vnd.openxmlformats-package.relationships+xml"/>
  <Override PartName="/customXml/_rels/item1.xml.rels" ContentType="application/vnd.openxmlformats-package.relationships+xml"/>
  <Override PartName="/customXml/itemProps2.xml" ContentType="application/vnd.openxmlformats-officedocument.customXmlProperties+xml"/>
  <Override PartName="/customXml/item3.xml" ContentType="application/xml"/>
  <Override PartName="/customXml/itemProps3.xml" ContentType="application/vnd.openxmlformats-officedocument.customXmlProperties+xml"/>
  <Override PartName="/ppt/presentation.xml" ContentType="application/vnd.openxmlformats-officedocument.presentationml.presentation.main+xml"/>
  <Override PartName="/ppt/slideMasters/_rels/slideMaster12.xml.rels" ContentType="application/vnd.openxmlformats-package.relationships+xml"/>
  <Override PartName="/ppt/slideMasters/_rels/slideMaster6.xml.rels" ContentType="application/vnd.openxmlformats-package.relationships+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13.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2.xml" ContentType="application/vnd.openxmlformats-officedocument.presentationml.slideMaster+xml"/>
  <Override PartName="/ppt/slideMasters/slideMaster11.xml" ContentType="application/vnd.openxmlformats-officedocument.presentationml.slideMaster+xml"/>
  <Override PartName="/ppt/slideMasters/slideMaster10.xml" ContentType="application/vnd.openxmlformats-officedocument.presentationml.slideMaster+xml"/>
  <Override PartName="/ppt/slideMasters/slideMaster9.xml" ContentType="application/vnd.openxmlformats-officedocument.presentationml.slideMaster+xml"/>
  <Override PartName="/ppt/slideMasters/slideMaster8.xml" ContentType="application/vnd.openxmlformats-officedocument.presentationml.slideMaster+xml"/>
  <Override PartName="/ppt/slideMasters/slideMaster7.xml" ContentType="application/vnd.openxmlformats-officedocument.presentationml.slideMaster+xml"/>
  <Override PartName="/ppt/slideMasters/slideMaster6.xml" ContentType="application/vnd.openxmlformats-officedocument.presentationml.slideMaster+xml"/>
  <Override PartName="/ppt/slideMasters/slideMaster5.xml" ContentType="application/vnd.openxmlformats-officedocument.presentationml.slideMaster+xml"/>
  <Override PartName="/ppt/slideMasters/slideMaster4.xml" ContentType="application/vnd.openxmlformats-officedocument.presentationml.slideMaster+xml"/>
  <Override PartName="/ppt/slideMasters/slideMaster3.xml" ContentType="application/vnd.openxmlformats-officedocument.presentationml.slideMaster+xml"/>
  <Override PartName="/ppt/slideMasters/slideMaster2.xml" ContentType="application/vnd.openxmlformats-officedocument.presentationml.slideMaster+xml"/>
  <Override PartName="/ppt/slideMasters/slideMaster13.xml" ContentType="application/vnd.openxmlformats-officedocument.presentationml.slideMaster+xml"/>
  <Override PartName="/ppt/slideMasters/slideMaster1.xml" ContentType="application/vnd.openxmlformats-officedocument.presentationml.slideMaster+xml"/>
  <Override PartName="/ppt/presProps.xml" ContentType="application/vnd.openxmlformats-officedocument.presentationml.presProps+xml"/>
  <Override PartName="/ppt/theme/theme14.xml" ContentType="application/vnd.openxmlformats-officedocument.theme+xml"/>
  <Override PartName="/ppt/theme/theme4.xml" ContentType="application/vnd.openxmlformats-officedocument.theme+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3.xml" ContentType="application/vnd.openxmlformats-officedocument.theme+xml"/>
  <Override PartName="/ppt/theme/theme13.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10.xml" ContentType="application/vnd.openxmlformats-officedocument.theme+xml"/>
  <Override PartName="/ppt/theme/theme9.xml" ContentType="application/vnd.openxmlformats-officedocument.theme+xml"/>
  <Override PartName="/ppt/slideLayouts/slideLayout9.xml" ContentType="application/vnd.openxmlformats-officedocument.presentationml.slideLayout+xml"/>
  <Override PartName="/ppt/slideLayouts/slideLayout13.xml" ContentType="application/vnd.openxmlformats-officedocument.presentationml.slideLayout+xml"/>
  <Override PartName="/ppt/slideLayouts/slideLayout8.xml" ContentType="application/vnd.openxmlformats-officedocument.presentationml.slideLayout+xml"/>
  <Override PartName="/ppt/slideLayouts/slideLayout12.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6.xml" ContentType="application/vnd.openxmlformats-officedocument.presentationml.slideLayout+xml"/>
  <Override PartName="/ppt/slideLayouts/slideLayout10.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_rels/slideLayout9.xml.rels" ContentType="application/vnd.openxmlformats-package.relationships+xml"/>
  <Override PartName="/ppt/slideLayouts/_rels/slideLayout13.xml.rels" ContentType="application/vnd.openxmlformats-package.relationships+xml"/>
  <Override PartName="/ppt/slideLayouts/_rels/slideLayout5.xml.rels" ContentType="application/vnd.openxmlformats-package.relationships+xml"/>
  <Override PartName="/ppt/slideLayouts/_rels/slideLayout8.xml.rels" ContentType="application/vnd.openxmlformats-package.relationships+xml"/>
  <Override PartName="/ppt/slideLayouts/_rels/slideLayout12.xml.rels" ContentType="application/vnd.openxmlformats-package.relationships+xml"/>
  <Override PartName="/ppt/slideLayouts/_rels/slideLayout4.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1.jpeg" ContentType="image/jpeg"/>
  <Override PartName="/ppt/media/image6.png" ContentType="image/png"/>
  <Override PartName="/ppt/media/image2.png" ContentType="image/png"/>
  <Override PartName="/ppt/media/image3.png" ContentType="image/png"/>
  <Override PartName="/ppt/media/image4.jpeg" ContentType="image/jpeg"/>
  <Override PartName="/ppt/media/image5.png" ContentType="image/png"/>
  <Override PartName="/ppt/media/image7.png" ContentType="image/png"/>
  <Override PartName="/ppt/media/image12.jpeg" ContentType="image/jpeg"/>
  <Override PartName="/ppt/media/image8.png" ContentType="image/png"/>
  <Override PartName="/ppt/media/image9.png" ContentType="image/png"/>
  <Override PartName="/ppt/media/image11.jpeg" ContentType="image/jpeg"/>
  <Override PartName="/ppt/media/image10.jpeg" ContentType="image/jpeg"/>
  <Override PartName="/ppt/slides/slide29.xml" ContentType="application/vnd.openxmlformats-officedocument.presentationml.slide+xml"/>
  <Override PartName="/ppt/slides/slide28.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7.xml" ContentType="application/vnd.openxmlformats-officedocument.presentationml.slide+xml"/>
  <Override PartName="/ppt/slides/slide1.xml" ContentType="application/vnd.openxmlformats-officedocument.presentationml.slide+xml"/>
  <Override PartName="/ppt/slides/slide46.xml" ContentType="application/vnd.openxmlformats-officedocument.presentationml.slide+xml"/>
  <Override PartName="/ppt/slides/slide16.xml" ContentType="application/vnd.openxmlformats-officedocument.presentationml.slide+xml"/>
  <Override PartName="/ppt/slides/slide8.xml" ContentType="application/vnd.openxmlformats-officedocument.presentationml.slide+xml"/>
  <Override PartName="/ppt/slides/slide2.xml" ContentType="application/vnd.openxmlformats-officedocument.presentationml.slide+xml"/>
  <Override PartName="/ppt/slides/slide10.xml" ContentType="application/vnd.openxmlformats-officedocument.presentationml.slide+xml"/>
  <Override PartName="/ppt/slides/slide47.xml" ContentType="application/vnd.openxmlformats-officedocument.presentationml.slide+xml"/>
  <Override PartName="/ppt/slides/slide17.xml" ContentType="application/vnd.openxmlformats-officedocument.presentationml.slide+xml"/>
  <Override PartName="/ppt/slides/slide9.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_rels/slide11.xml.rels" ContentType="application/vnd.openxmlformats-package.relationships+xml"/>
  <Override PartName="/ppt/slides/_rels/slide20.xml.rels" ContentType="application/vnd.openxmlformats-package.relationships+xml"/>
  <Override PartName="/ppt/slides/_rels/slide3.xml.rels" ContentType="application/vnd.openxmlformats-package.relationships+xml"/>
  <Override PartName="/ppt/slides/_rels/slide18.xml.rels" ContentType="application/vnd.openxmlformats-package.relationships+xml"/>
  <Override PartName="/ppt/slides/_rels/slide12.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19.xml.rels" ContentType="application/vnd.openxmlformats-package.relationships+xml"/>
  <Override PartName="/ppt/slides/_rels/slide13.xml.rels" ContentType="application/vnd.openxmlformats-package.relationships+xml"/>
  <Override PartName="/ppt/slides/_rels/slide22.xml.rels" ContentType="application/vnd.openxmlformats-package.relationships+xml"/>
  <Override PartName="/ppt/slides/_rels/slide5.xml.rels" ContentType="application/vnd.openxmlformats-package.relationships+xml"/>
  <Override PartName="/ppt/slides/_rels/slide23.xml.rels" ContentType="application/vnd.openxmlformats-package.relationships+xml"/>
  <Override PartName="/ppt/slides/_rels/slide6.xml.rels" ContentType="application/vnd.openxmlformats-package.relationships+xml"/>
  <Override PartName="/ppt/slides/_rels/slide24.xml.rels" ContentType="application/vnd.openxmlformats-package.relationships+xml"/>
  <Override PartName="/ppt/slides/_rels/slide7.xml.rels" ContentType="application/vnd.openxmlformats-package.relationships+xml"/>
  <Override PartName="/ppt/slides/_rels/slide25.xml.rels" ContentType="application/vnd.openxmlformats-package.relationships+xml"/>
  <Override PartName="/ppt/slides/_rels/slide8.xml.rels" ContentType="application/vnd.openxmlformats-package.relationships+xml"/>
  <Override PartName="/ppt/slides/_rels/slide30.xml.rels" ContentType="application/vnd.openxmlformats-package.relationships+xml"/>
  <Override PartName="/ppt/slides/_rels/slide47.xml.rels" ContentType="application/vnd.openxmlformats-package.relationships+xml"/>
  <Override PartName="/ppt/slides/_rels/slide10.xml.rels" ContentType="application/vnd.openxmlformats-package.relationships+xml"/>
  <Override PartName="/ppt/slides/_rels/slide45.xml.rels" ContentType="application/vnd.openxmlformats-package.relationships+xml"/>
  <Override PartName="/ppt/slides/_rels/slide46.xml.rels" ContentType="application/vnd.openxmlformats-package.relationships+xml"/>
  <Override PartName="/ppt/slides/_rels/slide9.xml.rels" ContentType="application/vnd.openxmlformats-package.relationships+xml"/>
  <Override PartName="/ppt/slides/_rels/slide26.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27.xml.rels" ContentType="application/vnd.openxmlformats-package.relationships+xml"/>
  <Override PartName="/ppt/slides/_rels/slide16.xml.rels" ContentType="application/vnd.openxmlformats-package.relationships+xml"/>
  <Override PartName="/ppt/slides/_rels/slide1.xml.rels" ContentType="application/vnd.openxmlformats-package.relationships+xml"/>
  <Override PartName="/ppt/slides/_rels/slide36.xml.rels" ContentType="application/vnd.openxmlformats-package.relationships+xml"/>
  <Override PartName="/ppt/slides/_rels/slide28.xml.rels" ContentType="application/vnd.openxmlformats-package.relationships+xml"/>
  <Override PartName="/ppt/slides/_rels/slide17.xml.rels" ContentType="application/vnd.openxmlformats-package.relationships+xml"/>
  <Override PartName="/ppt/slides/_rels/slide2.xml.rels" ContentType="application/vnd.openxmlformats-package.relationships+xml"/>
  <Override PartName="/ppt/slides/_rels/slide37.xml.rels" ContentType="application/vnd.openxmlformats-package.relationships+xml"/>
  <Override PartName="/ppt/slides/_rels/slide29.xml.rels" ContentType="application/vnd.openxmlformats-package.relationships+xml"/>
  <Override PartName="/ppt/slides/_rels/slide31.xml.rels" ContentType="application/vnd.openxmlformats-package.relationships+xml"/>
  <Override PartName="/ppt/slides/_rels/slide34.xml.rels" ContentType="application/vnd.openxmlformats-package.relationships+xml"/>
  <Override PartName="/ppt/slides/_rels/slide35.xml.rels" ContentType="application/vnd.openxmlformats-package.relationships+xml"/>
  <Override PartName="/ppt/slides/_rels/slide38.xml.rels" ContentType="application/vnd.openxmlformats-package.relationships+xml"/>
  <Override PartName="/ppt/slides/_rels/slide40.xml.rels" ContentType="application/vnd.openxmlformats-package.relationships+xml"/>
  <Override PartName="/ppt/slides/_rels/slide39.xml.rels" ContentType="application/vnd.openxmlformats-package.relationships+xml"/>
  <Override PartName="/ppt/slides/_rels/slide41.xml.rels" ContentType="application/vnd.openxmlformats-package.relationships+xml"/>
  <Override PartName="/ppt/slides/_rels/slide42.xml.rels" ContentType="application/vnd.openxmlformats-package.relationships+xml"/>
  <Override PartName="/ppt/slides/_rels/slide43.xml.rels" ContentType="application/vnd.openxmlformats-package.relationships+xml"/>
  <Override PartName="/ppt/slides/_rels/slide44.xml.rels" ContentType="application/vnd.openxmlformats-package.relationships+xml"/>
  <Override PartName="/ppt/slides/_rels/slide33.xml.rels" ContentType="application/vnd.openxmlformats-package.relationships+xml"/>
  <Override PartName="/ppt/slides/_rels/slide32.xml.rels" ContentType="application/vnd.openxmlformats-package.relationships+xml"/>
  <Override PartName="/ppt/slides/slide38.xml" ContentType="application/vnd.openxmlformats-officedocument.presentationml.slide+xml"/>
  <Override PartName="/ppt/slides/slide40.xml" ContentType="application/vnd.openxmlformats-officedocument.presentationml.slide+xml"/>
  <Override PartName="/ppt/slides/slide39.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33.xml" ContentType="application/vnd.openxmlformats-officedocument.presentationml.slide+xml"/>
  <Override PartName="/ppt/slides/slide45.xml" ContentType="application/vnd.openxmlformats-officedocument.presentationml.slide+xml"/>
  <Override PartName="/ppt/slides/slide32.xml" ContentType="application/vnd.openxmlformats-officedocument.presentationml.slide+xml"/>
  <Override PartName="/ppt/slides/slide31.xml" ContentType="application/vnd.openxmlformats-officedocument.presentationml.slide+xml"/>
  <Override PartName="/ppt/slides/slide30.xml" ContentType="application/vnd.openxmlformats-officedocument.presentationml.slide+xml"/>
  <Override PartName="/ppt/slides/slide25.xml" ContentType="application/vnd.openxmlformats-officedocument.presentationml.slide+xml"/>
  <Override PartName="/ppt/slides/slide24.xml" ContentType="application/vnd.openxmlformats-officedocument.presentationml.slide+xml"/>
  <Override PartName="/ppt/slides/slide23.xml" ContentType="application/vnd.openxmlformats-officedocument.presentationml.slide+xml"/>
  <Override PartName="/ppt/slides/slide22.xml" ContentType="application/vnd.openxmlformats-officedocument.presentationml.slide+xml"/>
  <Override PartName="/ppt/slides/slide13.xml" ContentType="application/vnd.openxmlformats-officedocument.presentationml.slide+xml"/>
  <Override PartName="/ppt/slides/slide5.xml" ContentType="application/vnd.openxmlformats-officedocument.presentationml.slide+xml"/>
  <Override PartName="/ppt/slides/slide19.xml" ContentType="application/vnd.openxmlformats-officedocument.presentationml.slide+xml"/>
  <Override PartName="/ppt/slides/slide21.xml" ContentType="application/vnd.openxmlformats-officedocument.presentationml.slide+xml"/>
  <Override PartName="/ppt/slides/slide12.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11.xml" ContentType="application/vnd.openxmlformats-officedocument.presentationml.slide+xml"/>
  <Override PartName="/ppt/notesSlides/_rels/notesSlide46.xml.rels" ContentType="application/vnd.openxmlformats-package.relationships+xml"/>
  <Override PartName="/ppt/notesSlides/_rels/notesSlide16.xml.rels" ContentType="application/vnd.openxmlformats-package.relationships+xml"/>
  <Override PartName="/ppt/notesSlides/_rels/notesSlide6.xml.rels" ContentType="application/vnd.openxmlformats-package.relationships+xml"/>
  <Override PartName="/ppt/notesSlides/_rels/notesSlide2.xml.rels" ContentType="application/vnd.openxmlformats-package.relationships+xml"/>
  <Override PartName="/ppt/notesSlides/notesSlide2.xml" ContentType="application/vnd.openxmlformats-officedocument.presentationml.notesSlide+xml"/>
  <Override PartName="/ppt/notesSlides/notesSlide6.xml" ContentType="application/vnd.openxmlformats-officedocument.presentationml.notesSlide+xml"/>
  <Override PartName="/ppt/notesSlides/notesSlide16.xml" ContentType="application/vnd.openxmlformats-officedocument.presentationml.notesSlide+xml"/>
  <Override PartName="/ppt/notesSlides/notesSlide46.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customXml" Target="../customXml/item1.xml"/><Relationship Id="rId5" Type="http://schemas.openxmlformats.org/officeDocument/2006/relationships/customXml" Target="../customXml/item2.xml"/><Relationship Id="rId6" Type="http://schemas.openxmlformats.org/officeDocument/2006/relationships/customXml" Target="../customXml/item3.xml"/><Relationship Id="rId7"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 id="2147483670" r:id="rId13"/>
    <p:sldMasterId id="2147483672" r:id="rId14"/>
  </p:sldMasterIdLst>
  <p:notesMasterIdLst>
    <p:notesMasterId r:id="rId15"/>
  </p:notesMasterIdLst>
  <p:sldIdLst>
    <p:sldId id="256" r:id="rId16"/>
    <p:sldId id="257" r:id="rId17"/>
    <p:sldId id="258" r:id="rId18"/>
    <p:sldId id="259" r:id="rId19"/>
    <p:sldId id="260" r:id="rId20"/>
    <p:sldId id="261" r:id="rId21"/>
    <p:sldId id="262" r:id="rId22"/>
    <p:sldId id="263" r:id="rId23"/>
    <p:sldId id="264" r:id="rId24"/>
    <p:sldId id="265" r:id="rId25"/>
    <p:sldId id="266" r:id="rId26"/>
    <p:sldId id="267" r:id="rId27"/>
    <p:sldId id="268" r:id="rId28"/>
    <p:sldId id="269" r:id="rId29"/>
    <p:sldId id="270" r:id="rId30"/>
    <p:sldId id="271" r:id="rId31"/>
    <p:sldId id="272" r:id="rId32"/>
    <p:sldId id="273" r:id="rId33"/>
    <p:sldId id="274" r:id="rId34"/>
    <p:sldId id="275" r:id="rId35"/>
    <p:sldId id="276" r:id="rId36"/>
    <p:sldId id="277" r:id="rId37"/>
    <p:sldId id="278" r:id="rId38"/>
    <p:sldId id="279" r:id="rId39"/>
    <p:sldId id="280" r:id="rId40"/>
    <p:sldId id="281" r:id="rId41"/>
    <p:sldId id="282" r:id="rId42"/>
    <p:sldId id="283" r:id="rId43"/>
    <p:sldId id="284" r:id="rId44"/>
    <p:sldId id="285" r:id="rId45"/>
    <p:sldId id="286" r:id="rId46"/>
    <p:sldId id="287" r:id="rId47"/>
    <p:sldId id="288" r:id="rId48"/>
    <p:sldId id="289" r:id="rId49"/>
    <p:sldId id="290" r:id="rId50"/>
    <p:sldId id="291" r:id="rId51"/>
    <p:sldId id="292" r:id="rId52"/>
    <p:sldId id="293" r:id="rId53"/>
    <p:sldId id="294" r:id="rId54"/>
    <p:sldId id="295" r:id="rId55"/>
    <p:sldId id="296" r:id="rId56"/>
    <p:sldId id="297" r:id="rId57"/>
    <p:sldId id="298" r:id="rId58"/>
    <p:sldId id="299" r:id="rId59"/>
    <p:sldId id="300" r:id="rId60"/>
    <p:sldId id="301" r:id="rId61"/>
    <p:sldId id="302" r:id="rId62"/>
  </p:sldIdLst>
  <p:sldSz cx="12192000" cy="6858000"/>
  <p:notesSz cx="6858000" cy="1857375"/>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slideMaster" Target="slideMasters/slideMaster13.xml"/><Relationship Id="rId15" Type="http://schemas.openxmlformats.org/officeDocument/2006/relationships/notesMaster" Target="notesMasters/notesMaster1.xml"/><Relationship Id="rId16" Type="http://schemas.openxmlformats.org/officeDocument/2006/relationships/slide" Target="slides/slide1.xml"/><Relationship Id="rId17" Type="http://schemas.openxmlformats.org/officeDocument/2006/relationships/slide" Target="slides/slide2.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slide" Target="slides/slide31.xml"/><Relationship Id="rId47" Type="http://schemas.openxmlformats.org/officeDocument/2006/relationships/slide" Target="slides/slide32.xml"/><Relationship Id="rId48" Type="http://schemas.openxmlformats.org/officeDocument/2006/relationships/slide" Target="slides/slide33.xml"/><Relationship Id="rId49" Type="http://schemas.openxmlformats.org/officeDocument/2006/relationships/slide" Target="slides/slide34.xml"/><Relationship Id="rId50" Type="http://schemas.openxmlformats.org/officeDocument/2006/relationships/slide" Target="slides/slide35.xml"/><Relationship Id="rId51" Type="http://schemas.openxmlformats.org/officeDocument/2006/relationships/slide" Target="slides/slide36.xml"/><Relationship Id="rId52" Type="http://schemas.openxmlformats.org/officeDocument/2006/relationships/slide" Target="slides/slide37.xml"/><Relationship Id="rId53" Type="http://schemas.openxmlformats.org/officeDocument/2006/relationships/slide" Target="slides/slide38.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4.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 name="PlaceHolder 1"/>
          <p:cNvSpPr>
            <a:spLocks noGrp="1"/>
          </p:cNvSpPr>
          <p:nvPr>
            <p:ph type="sldImg"/>
          </p:nvPr>
        </p:nvSpPr>
        <p:spPr>
          <a:xfrm>
            <a:off x="0" y="812520"/>
            <a:ext cx="0" cy="0"/>
          </a:xfrm>
          <a:prstGeom prst="rect">
            <a:avLst/>
          </a:prstGeom>
          <a:noFill/>
          <a:ln w="0">
            <a:noFill/>
          </a:ln>
        </p:spPr>
        <p:txBody>
          <a:bodyPr lIns="0" rIns="0" tIns="0" bIns="0" anchor="ctr">
            <a:noAutofit/>
          </a:bodyPr>
          <a:p>
            <a:pPr algn="ctr"/>
            <a:r>
              <a:rPr b="0" lang="en-US" sz="4400" spc="-1" strike="noStrike">
                <a:solidFill>
                  <a:srgbClr val="000000"/>
                </a:solidFill>
                <a:latin typeface="Arial"/>
              </a:rPr>
              <a:t>Click to move the slide</a:t>
            </a:r>
            <a:endParaRPr b="0" lang="en-US" sz="4400" spc="-1" strike="noStrike">
              <a:solidFill>
                <a:srgbClr val="000000"/>
              </a:solidFill>
              <a:latin typeface="Arial"/>
            </a:endParaRPr>
          </a:p>
        </p:txBody>
      </p:sp>
      <p:sp>
        <p:nvSpPr>
          <p:cNvPr id="54"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55"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56" name="PlaceHolder 4"/>
          <p:cNvSpPr>
            <a:spLocks noGrp="1"/>
          </p:cNvSpPr>
          <p:nvPr>
            <p:ph type="dt" idx="34"/>
          </p:nvPr>
        </p:nvSpPr>
        <p:spPr>
          <a:xfrm>
            <a:off x="4278960" y="0"/>
            <a:ext cx="3280680" cy="53424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57" name="PlaceHolder 5"/>
          <p:cNvSpPr>
            <a:spLocks noGrp="1"/>
          </p:cNvSpPr>
          <p:nvPr>
            <p:ph type="ftr" idx="35"/>
          </p:nvPr>
        </p:nvSpPr>
        <p:spPr>
          <a:xfrm>
            <a:off x="0" y="10157400"/>
            <a:ext cx="3280680" cy="53424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8" name="PlaceHolder 6"/>
          <p:cNvSpPr>
            <a:spLocks noGrp="1"/>
          </p:cNvSpPr>
          <p:nvPr>
            <p:ph type="sldNum" idx="36"/>
          </p:nvPr>
        </p:nvSpPr>
        <p:spPr>
          <a:xfrm>
            <a:off x="4278960" y="10157400"/>
            <a:ext cx="3280680" cy="53424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D7681E9E-0D32-46DD-939C-C30A27D17DA9}"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46.xml.rels><?xml version="1.0" encoding="UTF-8"?>
<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
</Relationship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8" name="PlaceHolder 1"/>
          <p:cNvSpPr>
            <a:spLocks noGrp="1"/>
          </p:cNvSpPr>
          <p:nvPr>
            <p:ph type="sldImg"/>
          </p:nvPr>
        </p:nvSpPr>
        <p:spPr>
          <a:xfrm>
            <a:off x="685800" y="1143000"/>
            <a:ext cx="5485680" cy="3085560"/>
          </a:xfrm>
          <a:prstGeom prst="rect">
            <a:avLst/>
          </a:prstGeom>
          <a:ln w="0">
            <a:noFill/>
          </a:ln>
        </p:spPr>
      </p:sp>
      <p:sp>
        <p:nvSpPr>
          <p:cNvPr id="159"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160" name="PlaceHolder 3"/>
          <p:cNvSpPr>
            <a:spLocks noGrp="1"/>
          </p:cNvSpPr>
          <p:nvPr>
            <p:ph type="sldNum" idx="41"/>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DE8C4FA3-9162-4D4B-B48E-8CCB80B73A22}"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1" name="PlaceHolder 1"/>
          <p:cNvSpPr>
            <a:spLocks noGrp="1"/>
          </p:cNvSpPr>
          <p:nvPr>
            <p:ph type="sldImg"/>
          </p:nvPr>
        </p:nvSpPr>
        <p:spPr>
          <a:xfrm>
            <a:off x="685800" y="1143000"/>
            <a:ext cx="5485680" cy="3085560"/>
          </a:xfrm>
          <a:prstGeom prst="rect">
            <a:avLst/>
          </a:prstGeom>
          <a:ln w="0">
            <a:noFill/>
          </a:ln>
        </p:spPr>
      </p:sp>
      <p:sp>
        <p:nvSpPr>
          <p:cNvPr id="162"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163" name="PlaceHolder 3"/>
          <p:cNvSpPr>
            <a:spLocks noGrp="1"/>
          </p:cNvSpPr>
          <p:nvPr>
            <p:ph type="sldNum" idx="42"/>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726A05A0-9952-42E3-A6A0-D27686C07875}"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4" name="PlaceHolder 1"/>
          <p:cNvSpPr>
            <a:spLocks noGrp="1"/>
          </p:cNvSpPr>
          <p:nvPr>
            <p:ph type="sldImg"/>
          </p:nvPr>
        </p:nvSpPr>
        <p:spPr>
          <a:xfrm>
            <a:off x="685800" y="1143000"/>
            <a:ext cx="5485680" cy="3085560"/>
          </a:xfrm>
          <a:prstGeom prst="rect">
            <a:avLst/>
          </a:prstGeom>
          <a:ln w="0">
            <a:noFill/>
          </a:ln>
        </p:spPr>
      </p:sp>
      <p:sp>
        <p:nvSpPr>
          <p:cNvPr id="165"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166" name="PlaceHolder 3"/>
          <p:cNvSpPr>
            <a:spLocks noGrp="1"/>
          </p:cNvSpPr>
          <p:nvPr>
            <p:ph type="sldNum" idx="43"/>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A5467BA3-FB51-49F7-8DCF-C84559ADA8FD}"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4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7" name="PlaceHolder 1"/>
          <p:cNvSpPr>
            <a:spLocks noGrp="1"/>
          </p:cNvSpPr>
          <p:nvPr>
            <p:ph type="sldImg"/>
          </p:nvPr>
        </p:nvSpPr>
        <p:spPr>
          <a:xfrm>
            <a:off x="685800" y="1143000"/>
            <a:ext cx="5485680" cy="3085560"/>
          </a:xfrm>
          <a:prstGeom prst="rect">
            <a:avLst/>
          </a:prstGeom>
          <a:ln w="0">
            <a:noFill/>
          </a:ln>
        </p:spPr>
      </p:sp>
      <p:sp>
        <p:nvSpPr>
          <p:cNvPr id="168"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169" name="PlaceHolder 3"/>
          <p:cNvSpPr>
            <a:spLocks noGrp="1"/>
          </p:cNvSpPr>
          <p:nvPr>
            <p:ph type="sldNum" idx="44"/>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7847FCC7-BED9-4A2E-87BA-9BB08C785A81}"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3.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Slide">
    <p:spTree>
      <p:nvGrpSpPr>
        <p:cNvPr id="1" name=""/>
        <p:cNvGrpSpPr/>
        <p:nvPr/>
      </p:nvGrpSpPr>
      <p:grpSpPr>
        <a:xfrm>
          <a:off x="0" y="0"/>
          <a:ext cx="0" cy="0"/>
          <a:chOff x="0" y="0"/>
          <a:chExt cx="0" cy="0"/>
        </a:xfrm>
      </p:grpSpPr>
      <p:sp>
        <p:nvSpPr>
          <p:cNvPr id="2" name="PlaceHolder 1"/>
          <p:cNvSpPr>
            <a:spLocks noGrp="1"/>
          </p:cNvSpPr>
          <p:nvPr>
            <p:ph type="sldNum" idx="1"/>
          </p:nvPr>
        </p:nvSpPr>
        <p:spPr/>
        <p:txBody>
          <a:bodyPr/>
          <a:p>
            <a:fld id="{D4C3AF6B-9A4C-44B5-B8A3-A43A4BE04A7E}" type="slidenum">
              <a:t>&lt;#&gt;</a:t>
            </a:fld>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2"/>
          </p:nvPr>
        </p:nvSpPr>
        <p:spPr/>
        <p:txBody>
          <a:bodyPr/>
          <a:p>
            <a:r>
              <a:t>Footer</a:t>
            </a:r>
          </a:p>
        </p:txBody>
      </p:sp>
      <p:sp>
        <p:nvSpPr>
          <p:cNvPr id="3" name="PlaceHolder 2"/>
          <p:cNvSpPr>
            <a:spLocks noGrp="1"/>
          </p:cNvSpPr>
          <p:nvPr>
            <p:ph type="sldNum" idx="3"/>
          </p:nvPr>
        </p:nvSpPr>
        <p:spPr/>
        <p:txBody>
          <a:bodyPr/>
          <a:p>
            <a:fld id="{2C7CBB5A-BA1E-4361-90B8-72B41BE1DC22}" type="slidenum">
              <a:t>&lt;#&gt;</a:t>
            </a:fld>
          </a:p>
        </p:txBody>
      </p:sp>
      <p:sp>
        <p:nvSpPr>
          <p:cNvPr id="4" name="PlaceHolder 3"/>
          <p:cNvSpPr>
            <a:spLocks noGrp="1"/>
          </p:cNvSpPr>
          <p:nvPr>
            <p:ph type="dt" idx="4"/>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p>
            <a:r>
              <a:t>Footer</a:t>
            </a:r>
          </a:p>
        </p:txBody>
      </p:sp>
      <p:sp>
        <p:nvSpPr>
          <p:cNvPr id="3" name="PlaceHolder 2"/>
          <p:cNvSpPr>
            <a:spLocks noGrp="1"/>
          </p:cNvSpPr>
          <p:nvPr>
            <p:ph type="sldNum" idx="6"/>
          </p:nvPr>
        </p:nvSpPr>
        <p:spPr/>
        <p:txBody>
          <a:bodyPr/>
          <a:p>
            <a:fld id="{5B0E30C4-F145-44F4-877D-460CDA3B56FD}" type="slidenum">
              <a:t>&lt;#&gt;</a:t>
            </a:fld>
          </a:p>
        </p:txBody>
      </p:sp>
      <p:sp>
        <p:nvSpPr>
          <p:cNvPr id="4" name="PlaceHolder 3"/>
          <p:cNvSpPr>
            <a:spLocks noGrp="1"/>
          </p:cNvSpPr>
          <p:nvPr>
            <p:ph type="dt" idx="7"/>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Blank">
    <p:spTree>
      <p:nvGrpSpPr>
        <p:cNvPr id="1" name=""/>
        <p:cNvGrpSpPr/>
        <p:nvPr/>
      </p:nvGrpSpPr>
      <p:grpSpPr>
        <a:xfrm>
          <a:off x="0" y="0"/>
          <a:ext cx="0" cy="0"/>
          <a:chOff x="0" y="0"/>
          <a:chExt cx="0" cy="0"/>
        </a:xfrm>
      </p:grpSpPr>
      <p:sp>
        <p:nvSpPr>
          <p:cNvPr id="2" name="PlaceHolder 1"/>
          <p:cNvSpPr>
            <a:spLocks noGrp="1"/>
          </p:cNvSpPr>
          <p:nvPr>
            <p:ph type="ftr" idx="8"/>
          </p:nvPr>
        </p:nvSpPr>
        <p:spPr/>
        <p:txBody>
          <a:bodyPr/>
          <a:p>
            <a:r>
              <a:t>Footer</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Vertical Title and Text">
    <p:spTree>
      <p:nvGrpSpPr>
        <p:cNvPr id="1" name=""/>
        <p:cNvGrpSpPr/>
        <p:nvPr/>
      </p:nvGrpSpPr>
      <p:grpSpPr>
        <a:xfrm>
          <a:off x="0" y="0"/>
          <a:ext cx="0" cy="0"/>
          <a:chOff x="0" y="0"/>
          <a:chExt cx="0" cy="0"/>
        </a:xfrm>
      </p:grpSpPr>
      <p:sp>
        <p:nvSpPr>
          <p:cNvPr id="2" name="PlaceHolder 1"/>
          <p:cNvSpPr>
            <a:spLocks noGrp="1"/>
          </p:cNvSpPr>
          <p:nvPr>
            <p:ph type="ftr" idx="9"/>
          </p:nvPr>
        </p:nvSpPr>
        <p:spPr/>
        <p:txBody>
          <a:bodyPr/>
          <a:p>
            <a:r>
              <a:t>Footer</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2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1"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35FF91E9-6EF7-4FC3-95D5-508FFE02D688}" type="slidenum">
              <a:t>&lt;#&gt;</a:t>
            </a:fld>
          </a:p>
        </p:txBody>
      </p:sp>
      <p:sp>
        <p:nvSpPr>
          <p:cNvPr id="6" name="PlaceHolder 5"/>
          <p:cNvSpPr>
            <a:spLocks noGrp="1"/>
          </p:cNvSpPr>
          <p:nvPr>
            <p:ph type="dt" idx="12"/>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p>
            <a:r>
              <a:t>Footer</a:t>
            </a:r>
          </a:p>
        </p:txBody>
      </p:sp>
      <p:sp>
        <p:nvSpPr>
          <p:cNvPr id="3" name="PlaceHolder 2"/>
          <p:cNvSpPr>
            <a:spLocks noGrp="1"/>
          </p:cNvSpPr>
          <p:nvPr>
            <p:ph type="sldNum" idx="14"/>
          </p:nvPr>
        </p:nvSpPr>
        <p:spPr/>
        <p:txBody>
          <a:bodyPr/>
          <a:p>
            <a:fld id="{7322A54D-FC33-4009-BFB9-C8B5FB12D0F2}" type="slidenum">
              <a:t>&lt;#&gt;</a:t>
            </a:fld>
          </a:p>
        </p:txBody>
      </p:sp>
      <p:sp>
        <p:nvSpPr>
          <p:cNvPr id="4" name="PlaceHolder 3"/>
          <p:cNvSpPr>
            <a:spLocks noGrp="1"/>
          </p:cNvSpPr>
          <p:nvPr>
            <p:ph type="dt" idx="15"/>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3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4"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5"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6"/>
          </p:nvPr>
        </p:nvSpPr>
        <p:spPr/>
        <p:txBody>
          <a:bodyPr/>
          <a:p>
            <a:r>
              <a:t>Footer</a:t>
            </a:r>
          </a:p>
        </p:txBody>
      </p:sp>
      <p:sp>
        <p:nvSpPr>
          <p:cNvPr id="6" name="PlaceHolder 5"/>
          <p:cNvSpPr>
            <a:spLocks noGrp="1"/>
          </p:cNvSpPr>
          <p:nvPr>
            <p:ph type="sldNum" idx="17"/>
          </p:nvPr>
        </p:nvSpPr>
        <p:spPr/>
        <p:txBody>
          <a:bodyPr/>
          <a:p>
            <a:fld id="{2CE19123-C26D-4E14-B09A-4FDB64876A76}" type="slidenum">
              <a:t>&lt;#&gt;</a:t>
            </a:fld>
          </a:p>
        </p:txBody>
      </p:sp>
      <p:sp>
        <p:nvSpPr>
          <p:cNvPr id="7" name="PlaceHolder 6"/>
          <p:cNvSpPr>
            <a:spLocks noGrp="1"/>
          </p:cNvSpPr>
          <p:nvPr>
            <p:ph type="dt" idx="18"/>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p>
            <a:r>
              <a:t>Footer</a:t>
            </a:r>
          </a:p>
        </p:txBody>
      </p:sp>
      <p:sp>
        <p:nvSpPr>
          <p:cNvPr id="3" name="PlaceHolder 2"/>
          <p:cNvSpPr>
            <a:spLocks noGrp="1"/>
          </p:cNvSpPr>
          <p:nvPr>
            <p:ph type="sldNum" idx="20"/>
          </p:nvPr>
        </p:nvSpPr>
        <p:spPr/>
        <p:txBody>
          <a:bodyPr/>
          <a:p>
            <a:fld id="{A79D84FA-456E-43BD-9B9B-314B2C3F3BB1}" type="slidenum">
              <a:t>&lt;#&gt;</a:t>
            </a:fld>
          </a:p>
        </p:txBody>
      </p:sp>
      <p:sp>
        <p:nvSpPr>
          <p:cNvPr id="4" name="PlaceHolder 3"/>
          <p:cNvSpPr>
            <a:spLocks noGrp="1"/>
          </p:cNvSpPr>
          <p:nvPr>
            <p:ph type="dt" idx="21"/>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4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22"/>
          </p:nvPr>
        </p:nvSpPr>
        <p:spPr/>
        <p:txBody>
          <a:bodyPr/>
          <a:p>
            <a:r>
              <a:t>Footer</a:t>
            </a:r>
          </a:p>
        </p:txBody>
      </p:sp>
      <p:sp>
        <p:nvSpPr>
          <p:cNvPr id="4" name="PlaceHolder 3"/>
          <p:cNvSpPr>
            <a:spLocks noGrp="1"/>
          </p:cNvSpPr>
          <p:nvPr>
            <p:ph type="sldNum" idx="23"/>
          </p:nvPr>
        </p:nvSpPr>
        <p:spPr/>
        <p:txBody>
          <a:bodyPr/>
          <a:p>
            <a:fld id="{80680B9F-344F-4B2B-95D5-D6D80DEB5193}" type="slidenum">
              <a:t>&lt;#&gt;</a:t>
            </a:fld>
          </a:p>
        </p:txBody>
      </p:sp>
      <p:sp>
        <p:nvSpPr>
          <p:cNvPr id="5" name="PlaceHolder 4"/>
          <p:cNvSpPr>
            <a:spLocks noGrp="1"/>
          </p:cNvSpPr>
          <p:nvPr>
            <p:ph type="dt" idx="24"/>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p>
            <a:r>
              <a:t>Footer</a:t>
            </a:r>
          </a:p>
        </p:txBody>
      </p:sp>
      <p:sp>
        <p:nvSpPr>
          <p:cNvPr id="3" name="PlaceHolder 2"/>
          <p:cNvSpPr>
            <a:spLocks noGrp="1"/>
          </p:cNvSpPr>
          <p:nvPr>
            <p:ph type="sldNum" idx="26"/>
          </p:nvPr>
        </p:nvSpPr>
        <p:spPr/>
        <p:txBody>
          <a:bodyPr/>
          <a:p>
            <a:fld id="{5CC8D979-213B-4F45-9AE6-24AC8237E46A}" type="slidenum">
              <a:t>&lt;#&gt;</a:t>
            </a:fld>
          </a:p>
        </p:txBody>
      </p:sp>
      <p:sp>
        <p:nvSpPr>
          <p:cNvPr id="4" name="PlaceHolder 3"/>
          <p:cNvSpPr>
            <a:spLocks noGrp="1"/>
          </p:cNvSpPr>
          <p:nvPr>
            <p:ph type="dt" idx="27"/>
          </p:nvPr>
        </p:nvSpPr>
        <p:spPr/>
        <p:txBody>
          <a:bodyPr/>
          <a:p>
            <a:r>
              <a:rPr lang="en-US"/>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p>
            <a:r>
              <a:t>Footer</a:t>
            </a:r>
          </a:p>
        </p:txBody>
      </p:sp>
      <p:sp>
        <p:nvSpPr>
          <p:cNvPr id="3" name="PlaceHolder 2"/>
          <p:cNvSpPr>
            <a:spLocks noGrp="1"/>
          </p:cNvSpPr>
          <p:nvPr>
            <p:ph type="sldNum" idx="29"/>
          </p:nvPr>
        </p:nvSpPr>
        <p:spPr/>
        <p:txBody>
          <a:bodyPr/>
          <a:p>
            <a:fld id="{EAFB662C-0998-4340-849F-FA2CF8D05DA0}" type="slidenum">
              <a:t>&lt;#&gt;</a:t>
            </a:fld>
          </a:p>
        </p:txBody>
      </p:sp>
      <p:sp>
        <p:nvSpPr>
          <p:cNvPr id="4" name="PlaceHolder 3"/>
          <p:cNvSpPr>
            <a:spLocks noGrp="1"/>
          </p:cNvSpPr>
          <p:nvPr>
            <p:ph type="dt" idx="30"/>
          </p:nvPr>
        </p:nvSpPr>
        <p:spPr/>
        <p:txBody>
          <a:bodyPr/>
          <a:p>
            <a:r>
              <a:rPr lang="en-US"/>
              <a:t/>
            </a: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p>
            <a:r>
              <a:t>Footer</a:t>
            </a:r>
          </a:p>
        </p:txBody>
      </p:sp>
      <p:sp>
        <p:nvSpPr>
          <p:cNvPr id="3" name="PlaceHolder 2"/>
          <p:cNvSpPr>
            <a:spLocks noGrp="1"/>
          </p:cNvSpPr>
          <p:nvPr>
            <p:ph type="sldNum" idx="32"/>
          </p:nvPr>
        </p:nvSpPr>
        <p:spPr/>
        <p:txBody>
          <a:bodyPr/>
          <a:p>
            <a:fld id="{7932DEDB-16F8-41C5-803E-294E5342DB19}" type="slidenum">
              <a:t>&lt;#&gt;</a:t>
            </a:fld>
          </a:p>
        </p:txBody>
      </p:sp>
      <p:sp>
        <p:nvSpPr>
          <p:cNvPr id="4" name="PlaceHolder 3"/>
          <p:cNvSpPr>
            <a:spLocks noGrp="1"/>
          </p:cNvSpPr>
          <p:nvPr>
            <p:ph type="dt" idx="33"/>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slideLayout" Target="../slideLayouts/slideLayout12.xml"/>
</Relationships>
</file>

<file path=ppt/slideMasters/_rels/slideMaster13.xml.rels><?xml version="1.0" encoding="UTF-8"?>
<Relationships xmlns="http://schemas.openxmlformats.org/package/2006/relationships"><Relationship Id="rId1" Type="http://schemas.openxmlformats.org/officeDocument/2006/relationships/theme" Target="../theme/theme13.xml"/><Relationship Id="rId2" Type="http://schemas.openxmlformats.org/officeDocument/2006/relationships/slideLayout" Target="../slideLayouts/slideLayout13.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sldNum" idx="1"/>
          </p:nvPr>
        </p:nvSpPr>
        <p:spPr>
          <a:xfrm>
            <a:off x="8714880" y="6025680"/>
            <a:ext cx="2742480" cy="401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600" spc="-1" strike="noStrike">
                <a:solidFill>
                  <a:srgbClr val="1c7ddb"/>
                </a:solidFill>
                <a:latin typeface="Abadi"/>
              </a:defRPr>
            </a:lvl1pPr>
          </a:lstStyle>
          <a:p>
            <a:pPr indent="0" algn="r" defTabSz="914400">
              <a:lnSpc>
                <a:spcPct val="100000"/>
              </a:lnSpc>
              <a:buNone/>
              <a:tabLst>
                <a:tab algn="l" pos="0"/>
              </a:tabLst>
            </a:pPr>
            <a:fld id="{16EFF673-DA8E-4D07-AC9A-CEE4B2524142}" type="slidenum">
              <a:rPr b="0" lang="en-US" sz="1600" spc="-1" strike="noStrike">
                <a:solidFill>
                  <a:srgbClr val="1c7ddb"/>
                </a:solidFill>
                <a:latin typeface="Abadi"/>
              </a:rPr>
              <a:t>13</a:t>
            </a:fld>
            <a:endParaRPr b="0" lang="en-US" sz="1600" spc="-1" strike="noStrike">
              <a:solidFill>
                <a:srgbClr val="000000"/>
              </a:solidFill>
              <a:latin typeface="Times New Roman"/>
            </a:endParaRPr>
          </a:p>
        </p:txBody>
      </p:sp>
      <p:sp>
        <p:nvSpPr>
          <p:cNvPr id="1" name="PlaceHolder 2"/>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 name="PlaceHolder 3"/>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a:t>
            </a:r>
            <a:r>
              <a:rPr b="0" lang="en-US" sz="3200" spc="-1" strike="noStrike">
                <a:solidFill>
                  <a:srgbClr val="000000"/>
                </a:solidFill>
                <a:latin typeface="Arial"/>
              </a:rPr>
              <a:t>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a:t>
            </a:r>
            <a:r>
              <a:rPr b="0" lang="en-US" sz="2000" spc="-1" strike="noStrike">
                <a:solidFill>
                  <a:srgbClr val="000000"/>
                </a:solidFill>
                <a:latin typeface="Arial"/>
              </a:rPr>
              <a:t>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 name="PlaceHolder 1"/>
          <p:cNvSpPr>
            <a:spLocks noGrp="1"/>
          </p:cNvSpPr>
          <p:nvPr>
            <p:ph type="ftr" idx="2"/>
          </p:nvPr>
        </p:nvSpPr>
        <p:spPr>
          <a:xfrm>
            <a:off x="4038480" y="6356520"/>
            <a:ext cx="4114080" cy="364320"/>
          </a:xfrm>
          <a:prstGeom prst="rect">
            <a:avLst/>
          </a:prstGeom>
          <a:noFill/>
          <a:ln w="0">
            <a:noFill/>
          </a:ln>
        </p:spPr>
        <p:txBody>
          <a:bodyPr lIns="90000" rIns="90000" tIns="45000" bIns="45000" anchor="t">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 name="PlaceHolder 2"/>
          <p:cNvSpPr>
            <a:spLocks noGrp="1"/>
          </p:cNvSpPr>
          <p:nvPr>
            <p:ph type="sldNum" idx="3"/>
          </p:nvPr>
        </p:nvSpPr>
        <p:spPr>
          <a:xfrm>
            <a:off x="8714880" y="6025680"/>
            <a:ext cx="2742480" cy="401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600" spc="-1" strike="noStrike">
                <a:solidFill>
                  <a:srgbClr val="1c7ddb"/>
                </a:solidFill>
                <a:latin typeface="Abadi"/>
              </a:defRPr>
            </a:lvl1pPr>
          </a:lstStyle>
          <a:p>
            <a:pPr indent="0" algn="r" defTabSz="914400">
              <a:lnSpc>
                <a:spcPct val="100000"/>
              </a:lnSpc>
              <a:buNone/>
              <a:tabLst>
                <a:tab algn="l" pos="0"/>
              </a:tabLst>
            </a:pPr>
            <a:fld id="{2DB23740-3918-4A38-91D5-828779B5BABA}" type="slidenum">
              <a:rPr b="0" lang="en-US" sz="1600" spc="-1" strike="noStrike">
                <a:solidFill>
                  <a:srgbClr val="1c7ddb"/>
                </a:solidFill>
                <a:latin typeface="Abadi"/>
              </a:rPr>
              <a:t>&lt;number&gt;</a:t>
            </a:fld>
            <a:endParaRPr b="0" lang="en-US" sz="1600" spc="-1" strike="noStrike">
              <a:solidFill>
                <a:srgbClr val="000000"/>
              </a:solidFill>
              <a:latin typeface="Times New Roman"/>
            </a:endParaRPr>
          </a:p>
        </p:txBody>
      </p:sp>
      <p:sp>
        <p:nvSpPr>
          <p:cNvPr id="5" name="PlaceHolder 3"/>
          <p:cNvSpPr>
            <a:spLocks noGrp="1"/>
          </p:cNvSpPr>
          <p:nvPr>
            <p:ph type="dt" idx="4"/>
          </p:nvPr>
        </p:nvSpPr>
        <p:spPr>
          <a:xfrm>
            <a:off x="838080" y="6356520"/>
            <a:ext cx="2742480" cy="364320"/>
          </a:xfrm>
          <a:prstGeom prst="rect">
            <a:avLst/>
          </a:prstGeom>
          <a:noFill/>
          <a:ln w="0">
            <a:noFill/>
          </a:ln>
        </p:spPr>
        <p:txBody>
          <a:bodyPr lIns="90000" rIns="90000" tIns="45000" bIns="45000" anchor="t">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ftr" idx="5"/>
          </p:nvPr>
        </p:nvSpPr>
        <p:spPr>
          <a:xfrm>
            <a:off x="4038480" y="6356520"/>
            <a:ext cx="4114080" cy="364320"/>
          </a:xfrm>
          <a:prstGeom prst="rect">
            <a:avLst/>
          </a:prstGeom>
          <a:noFill/>
          <a:ln w="0">
            <a:noFill/>
          </a:ln>
        </p:spPr>
        <p:txBody>
          <a:bodyPr lIns="90000" rIns="90000" tIns="45000" bIns="45000" anchor="t">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 name="PlaceHolder 2"/>
          <p:cNvSpPr>
            <a:spLocks noGrp="1"/>
          </p:cNvSpPr>
          <p:nvPr>
            <p:ph type="sldNum" idx="6"/>
          </p:nvPr>
        </p:nvSpPr>
        <p:spPr>
          <a:xfrm>
            <a:off x="8714880" y="6025680"/>
            <a:ext cx="2742480" cy="401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600" spc="-1" strike="noStrike">
                <a:solidFill>
                  <a:srgbClr val="1c7ddb"/>
                </a:solidFill>
                <a:latin typeface="Abadi"/>
              </a:defRPr>
            </a:lvl1pPr>
          </a:lstStyle>
          <a:p>
            <a:pPr indent="0" algn="r" defTabSz="914400">
              <a:lnSpc>
                <a:spcPct val="100000"/>
              </a:lnSpc>
              <a:buNone/>
              <a:tabLst>
                <a:tab algn="l" pos="0"/>
              </a:tabLst>
            </a:pPr>
            <a:fld id="{32105F51-5AAC-4942-925F-157C24E36CE6}" type="slidenum">
              <a:rPr b="0" lang="en-US" sz="1600" spc="-1" strike="noStrike">
                <a:solidFill>
                  <a:srgbClr val="1c7ddb"/>
                </a:solidFill>
                <a:latin typeface="Abadi"/>
              </a:rPr>
              <a:t>&lt;number&gt;</a:t>
            </a:fld>
            <a:endParaRPr b="0" lang="en-US" sz="1600" spc="-1" strike="noStrike">
              <a:solidFill>
                <a:srgbClr val="000000"/>
              </a:solidFill>
              <a:latin typeface="Times New Roman"/>
            </a:endParaRPr>
          </a:p>
        </p:txBody>
      </p:sp>
      <p:sp>
        <p:nvSpPr>
          <p:cNvPr id="8" name="PlaceHolder 3"/>
          <p:cNvSpPr>
            <a:spLocks noGrp="1"/>
          </p:cNvSpPr>
          <p:nvPr>
            <p:ph type="dt" idx="7"/>
          </p:nvPr>
        </p:nvSpPr>
        <p:spPr>
          <a:xfrm>
            <a:off x="838080" y="6356520"/>
            <a:ext cx="2742480" cy="364320"/>
          </a:xfrm>
          <a:prstGeom prst="rect">
            <a:avLst/>
          </a:prstGeom>
          <a:noFill/>
          <a:ln w="0">
            <a:noFill/>
          </a:ln>
        </p:spPr>
        <p:txBody>
          <a:bodyPr lIns="90000" rIns="90000" tIns="45000" bIns="45000" anchor="t">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 name="PlaceHolder 1"/>
          <p:cNvSpPr>
            <a:spLocks noGrp="1"/>
          </p:cNvSpPr>
          <p:nvPr>
            <p:ph type="ftr" idx="8"/>
          </p:nvPr>
        </p:nvSpPr>
        <p:spPr>
          <a:xfrm>
            <a:off x="4038480" y="6356520"/>
            <a:ext cx="4114080" cy="364320"/>
          </a:xfrm>
          <a:prstGeom prst="rect">
            <a:avLst/>
          </a:prstGeom>
          <a:noFill/>
          <a:ln w="0">
            <a:noFill/>
          </a:ln>
        </p:spPr>
        <p:txBody>
          <a:bodyPr lIns="90000" rIns="90000" tIns="45000" bIns="45000" anchor="t">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0" name="PlaceHolder 2"/>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11" name="PlaceHolder 3"/>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a:t>
            </a:r>
            <a:r>
              <a:rPr b="0" lang="en-US" sz="3200" spc="-1" strike="noStrike">
                <a:solidFill>
                  <a:srgbClr val="000000"/>
                </a:solidFill>
                <a:latin typeface="Arial"/>
              </a:rPr>
              <a:t>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a:t>
            </a:r>
            <a:r>
              <a:rPr b="0" lang="en-US" sz="2000" spc="-1" strike="noStrike">
                <a:solidFill>
                  <a:srgbClr val="000000"/>
                </a:solidFill>
                <a:latin typeface="Arial"/>
              </a:rPr>
              <a:t>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a:t>
            </a:r>
            <a:r>
              <a:rPr b="0" lang="en-US" sz="2000" spc="-1" strike="noStrike">
                <a:solidFill>
                  <a:srgbClr val="000000"/>
                </a:solidFill>
                <a:latin typeface="Arial"/>
              </a:rPr>
              <a:t>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 name="PlaceHolder 1"/>
          <p:cNvSpPr>
            <a:spLocks noGrp="1"/>
          </p:cNvSpPr>
          <p:nvPr>
            <p:ph type="ftr" idx="9"/>
          </p:nvPr>
        </p:nvSpPr>
        <p:spPr>
          <a:xfrm>
            <a:off x="4038480" y="6356520"/>
            <a:ext cx="4114080" cy="364320"/>
          </a:xfrm>
          <a:prstGeom prst="rect">
            <a:avLst/>
          </a:prstGeom>
          <a:noFill/>
          <a:ln w="0">
            <a:noFill/>
          </a:ln>
        </p:spPr>
        <p:txBody>
          <a:bodyPr lIns="90000" rIns="90000" tIns="45000" bIns="45000" anchor="t">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3" name="PlaceHolder 2"/>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14" name="PlaceHolder 3"/>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a:t>
            </a:r>
            <a:r>
              <a:rPr b="0" lang="en-US" sz="3200" spc="-1" strike="noStrike">
                <a:solidFill>
                  <a:srgbClr val="000000"/>
                </a:solidFill>
                <a:latin typeface="Arial"/>
              </a:rPr>
              <a:t>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a:t>
            </a:r>
            <a:r>
              <a:rPr b="0" lang="en-US" sz="2000" spc="-1" strike="noStrike">
                <a:solidFill>
                  <a:srgbClr val="000000"/>
                </a:solidFill>
                <a:latin typeface="Arial"/>
              </a:rPr>
              <a:t>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6" name="PlaceHolder 2"/>
          <p:cNvSpPr>
            <a:spLocks noGrp="1"/>
          </p:cNvSpPr>
          <p:nvPr>
            <p:ph type="body"/>
          </p:nvPr>
        </p:nvSpPr>
        <p:spPr>
          <a:xfrm>
            <a:off x="838080" y="365040"/>
            <a:ext cx="7733520" cy="58111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7" name="PlaceHolder 3"/>
          <p:cNvSpPr>
            <a:spLocks noGrp="1"/>
          </p:cNvSpPr>
          <p:nvPr>
            <p:ph type="ftr" idx="10"/>
          </p:nvPr>
        </p:nvSpPr>
        <p:spPr>
          <a:xfrm>
            <a:off x="4038480" y="6356520"/>
            <a:ext cx="4114080" cy="364320"/>
          </a:xfrm>
          <a:prstGeom prst="rect">
            <a:avLst/>
          </a:prstGeom>
          <a:noFill/>
          <a:ln w="0">
            <a:noFill/>
          </a:ln>
        </p:spPr>
        <p:txBody>
          <a:bodyPr lIns="90000" rIns="90000" tIns="45000" bIns="45000" anchor="t">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8" name="PlaceHolder 4"/>
          <p:cNvSpPr>
            <a:spLocks noGrp="1"/>
          </p:cNvSpPr>
          <p:nvPr>
            <p:ph type="sldNum" idx="11"/>
          </p:nvPr>
        </p:nvSpPr>
        <p:spPr>
          <a:xfrm>
            <a:off x="8714880" y="6025680"/>
            <a:ext cx="2742480" cy="401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600" spc="-1" strike="noStrike">
                <a:solidFill>
                  <a:srgbClr val="1c7ddb"/>
                </a:solidFill>
                <a:latin typeface="Abadi"/>
              </a:defRPr>
            </a:lvl1pPr>
          </a:lstStyle>
          <a:p>
            <a:pPr indent="0" algn="r" defTabSz="914400">
              <a:lnSpc>
                <a:spcPct val="100000"/>
              </a:lnSpc>
              <a:buNone/>
              <a:tabLst>
                <a:tab algn="l" pos="0"/>
              </a:tabLst>
            </a:pPr>
            <a:fld id="{15B37868-AE1F-45A8-A4BA-817DD1BADEA6}" type="slidenum">
              <a:rPr b="0" lang="en-US" sz="1600" spc="-1" strike="noStrike">
                <a:solidFill>
                  <a:srgbClr val="1c7ddb"/>
                </a:solidFill>
                <a:latin typeface="Abadi"/>
              </a:rPr>
              <a:t>&lt;number&gt;</a:t>
            </a:fld>
            <a:endParaRPr b="0" lang="en-US" sz="1600" spc="-1" strike="noStrike">
              <a:solidFill>
                <a:srgbClr val="000000"/>
              </a:solidFill>
              <a:latin typeface="Times New Roman"/>
            </a:endParaRPr>
          </a:p>
        </p:txBody>
      </p:sp>
      <p:sp>
        <p:nvSpPr>
          <p:cNvPr id="19" name="PlaceHolder 5"/>
          <p:cNvSpPr>
            <a:spLocks noGrp="1"/>
          </p:cNvSpPr>
          <p:nvPr>
            <p:ph type="dt" idx="12"/>
          </p:nvPr>
        </p:nvSpPr>
        <p:spPr>
          <a:xfrm>
            <a:off x="838080" y="6356520"/>
            <a:ext cx="2742480" cy="364320"/>
          </a:xfrm>
          <a:prstGeom prst="rect">
            <a:avLst/>
          </a:prstGeom>
          <a:noFill/>
          <a:ln w="0">
            <a:noFill/>
          </a:ln>
        </p:spPr>
        <p:txBody>
          <a:bodyPr lIns="90000" rIns="90000" tIns="45000" bIns="45000" anchor="t">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2" name="PlaceHolder 1"/>
          <p:cNvSpPr>
            <a:spLocks noGrp="1"/>
          </p:cNvSpPr>
          <p:nvPr>
            <p:ph type="ftr" idx="13"/>
          </p:nvPr>
        </p:nvSpPr>
        <p:spPr>
          <a:xfrm>
            <a:off x="4038480" y="6356520"/>
            <a:ext cx="4114080" cy="364320"/>
          </a:xfrm>
          <a:prstGeom prst="rect">
            <a:avLst/>
          </a:prstGeom>
          <a:noFill/>
          <a:ln w="0">
            <a:noFill/>
          </a:ln>
        </p:spPr>
        <p:txBody>
          <a:bodyPr lIns="90000" rIns="90000" tIns="45000" bIns="45000" anchor="t">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3" name="PlaceHolder 2"/>
          <p:cNvSpPr>
            <a:spLocks noGrp="1"/>
          </p:cNvSpPr>
          <p:nvPr>
            <p:ph type="sldNum" idx="14"/>
          </p:nvPr>
        </p:nvSpPr>
        <p:spPr>
          <a:xfrm>
            <a:off x="8714880" y="6025680"/>
            <a:ext cx="2742480" cy="401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600" spc="-1" strike="noStrike">
                <a:solidFill>
                  <a:srgbClr val="1c7ddb"/>
                </a:solidFill>
                <a:latin typeface="Abadi"/>
              </a:defRPr>
            </a:lvl1pPr>
          </a:lstStyle>
          <a:p>
            <a:pPr indent="0" algn="r" defTabSz="914400">
              <a:lnSpc>
                <a:spcPct val="100000"/>
              </a:lnSpc>
              <a:buNone/>
              <a:tabLst>
                <a:tab algn="l" pos="0"/>
              </a:tabLst>
            </a:pPr>
            <a:fld id="{FCD0DC13-C731-44FF-9973-0EA95E1AF23A}" type="slidenum">
              <a:rPr b="0" lang="en-US" sz="1600" spc="-1" strike="noStrike">
                <a:solidFill>
                  <a:srgbClr val="1c7ddb"/>
                </a:solidFill>
                <a:latin typeface="Abadi"/>
              </a:rPr>
              <a:t>&lt;number&gt;</a:t>
            </a:fld>
            <a:endParaRPr b="0" lang="en-US" sz="1600" spc="-1" strike="noStrike">
              <a:solidFill>
                <a:srgbClr val="000000"/>
              </a:solidFill>
              <a:latin typeface="Times New Roman"/>
            </a:endParaRPr>
          </a:p>
        </p:txBody>
      </p:sp>
      <p:sp>
        <p:nvSpPr>
          <p:cNvPr id="24" name="PlaceHolder 3"/>
          <p:cNvSpPr>
            <a:spLocks noGrp="1"/>
          </p:cNvSpPr>
          <p:nvPr>
            <p:ph type="dt" idx="15"/>
          </p:nvPr>
        </p:nvSpPr>
        <p:spPr>
          <a:xfrm>
            <a:off x="838080" y="6356520"/>
            <a:ext cx="2742480" cy="364320"/>
          </a:xfrm>
          <a:prstGeom prst="rect">
            <a:avLst/>
          </a:prstGeom>
          <a:noFill/>
          <a:ln w="0">
            <a:noFill/>
          </a:ln>
        </p:spPr>
        <p:txBody>
          <a:bodyPr lIns="90000" rIns="90000" tIns="45000" bIns="45000" anchor="t">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25" name="PlaceHolder 4"/>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6"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7"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28" name="PlaceHolder 2"/>
          <p:cNvSpPr>
            <a:spLocks noGrp="1"/>
          </p:cNvSpPr>
          <p:nvPr>
            <p:ph type="body"/>
          </p:nvPr>
        </p:nvSpPr>
        <p:spPr>
          <a:xfrm>
            <a:off x="838080" y="365040"/>
            <a:ext cx="3773520" cy="58111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9" name="PlaceHolder 3"/>
          <p:cNvSpPr>
            <a:spLocks noGrp="1"/>
          </p:cNvSpPr>
          <p:nvPr>
            <p:ph type="body"/>
          </p:nvPr>
        </p:nvSpPr>
        <p:spPr>
          <a:xfrm>
            <a:off x="4800960" y="365040"/>
            <a:ext cx="3773520" cy="58111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30" name="PlaceHolder 4"/>
          <p:cNvSpPr>
            <a:spLocks noGrp="1"/>
          </p:cNvSpPr>
          <p:nvPr>
            <p:ph type="ftr" idx="16"/>
          </p:nvPr>
        </p:nvSpPr>
        <p:spPr>
          <a:xfrm>
            <a:off x="4038480" y="6356520"/>
            <a:ext cx="4114080" cy="364320"/>
          </a:xfrm>
          <a:prstGeom prst="rect">
            <a:avLst/>
          </a:prstGeom>
          <a:noFill/>
          <a:ln w="0">
            <a:noFill/>
          </a:ln>
        </p:spPr>
        <p:txBody>
          <a:bodyPr lIns="90000" rIns="90000" tIns="45000" bIns="45000" anchor="t">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1" name="PlaceHolder 5"/>
          <p:cNvSpPr>
            <a:spLocks noGrp="1"/>
          </p:cNvSpPr>
          <p:nvPr>
            <p:ph type="sldNum" idx="17"/>
          </p:nvPr>
        </p:nvSpPr>
        <p:spPr>
          <a:xfrm>
            <a:off x="8714880" y="6025680"/>
            <a:ext cx="2742480" cy="401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600" spc="-1" strike="noStrike">
                <a:solidFill>
                  <a:srgbClr val="1c7ddb"/>
                </a:solidFill>
                <a:latin typeface="Abadi"/>
              </a:defRPr>
            </a:lvl1pPr>
          </a:lstStyle>
          <a:p>
            <a:pPr indent="0" algn="r" defTabSz="914400">
              <a:lnSpc>
                <a:spcPct val="100000"/>
              </a:lnSpc>
              <a:buNone/>
              <a:tabLst>
                <a:tab algn="l" pos="0"/>
              </a:tabLst>
            </a:pPr>
            <a:fld id="{85D2FAFE-3954-400E-A773-9A1FDDD98FC0}" type="slidenum">
              <a:rPr b="0" lang="en-US" sz="1600" spc="-1" strike="noStrike">
                <a:solidFill>
                  <a:srgbClr val="1c7ddb"/>
                </a:solidFill>
                <a:latin typeface="Abadi"/>
              </a:rPr>
              <a:t>&lt;number&gt;</a:t>
            </a:fld>
            <a:endParaRPr b="0" lang="en-US" sz="1600" spc="-1" strike="noStrike">
              <a:solidFill>
                <a:srgbClr val="000000"/>
              </a:solidFill>
              <a:latin typeface="Times New Roman"/>
            </a:endParaRPr>
          </a:p>
        </p:txBody>
      </p:sp>
      <p:sp>
        <p:nvSpPr>
          <p:cNvPr id="32" name="PlaceHolder 6"/>
          <p:cNvSpPr>
            <a:spLocks noGrp="1"/>
          </p:cNvSpPr>
          <p:nvPr>
            <p:ph type="dt" idx="18"/>
          </p:nvPr>
        </p:nvSpPr>
        <p:spPr>
          <a:xfrm>
            <a:off x="838080" y="6356520"/>
            <a:ext cx="2742480" cy="364320"/>
          </a:xfrm>
          <a:prstGeom prst="rect">
            <a:avLst/>
          </a:prstGeom>
          <a:noFill/>
          <a:ln w="0">
            <a:noFill/>
          </a:ln>
        </p:spPr>
        <p:txBody>
          <a:bodyPr lIns="90000" rIns="90000" tIns="45000" bIns="45000" anchor="t">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6" name="PlaceHolder 1"/>
          <p:cNvSpPr>
            <a:spLocks noGrp="1"/>
          </p:cNvSpPr>
          <p:nvPr>
            <p:ph type="ftr" idx="19"/>
          </p:nvPr>
        </p:nvSpPr>
        <p:spPr>
          <a:xfrm>
            <a:off x="4038480" y="6356520"/>
            <a:ext cx="4114080" cy="364320"/>
          </a:xfrm>
          <a:prstGeom prst="rect">
            <a:avLst/>
          </a:prstGeom>
          <a:noFill/>
          <a:ln w="0">
            <a:noFill/>
          </a:ln>
        </p:spPr>
        <p:txBody>
          <a:bodyPr lIns="90000" rIns="90000" tIns="45000" bIns="45000" anchor="t">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7" name="PlaceHolder 2"/>
          <p:cNvSpPr>
            <a:spLocks noGrp="1"/>
          </p:cNvSpPr>
          <p:nvPr>
            <p:ph type="sldNum" idx="20"/>
          </p:nvPr>
        </p:nvSpPr>
        <p:spPr>
          <a:xfrm>
            <a:off x="8714880" y="6025680"/>
            <a:ext cx="2742480" cy="401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600" spc="-1" strike="noStrike">
                <a:solidFill>
                  <a:srgbClr val="1c7ddb"/>
                </a:solidFill>
                <a:latin typeface="Abadi"/>
              </a:defRPr>
            </a:lvl1pPr>
          </a:lstStyle>
          <a:p>
            <a:pPr indent="0" algn="r" defTabSz="914400">
              <a:lnSpc>
                <a:spcPct val="100000"/>
              </a:lnSpc>
              <a:buNone/>
              <a:tabLst>
                <a:tab algn="l" pos="0"/>
              </a:tabLst>
            </a:pPr>
            <a:fld id="{03A7ED2E-FD47-446D-AC1C-F6D253688C17}" type="slidenum">
              <a:rPr b="0" lang="en-US" sz="1600" spc="-1" strike="noStrike">
                <a:solidFill>
                  <a:srgbClr val="1c7ddb"/>
                </a:solidFill>
                <a:latin typeface="Abadi"/>
              </a:rPr>
              <a:t>&lt;number&gt;</a:t>
            </a:fld>
            <a:endParaRPr b="0" lang="en-US" sz="1600" spc="-1" strike="noStrike">
              <a:solidFill>
                <a:srgbClr val="000000"/>
              </a:solidFill>
              <a:latin typeface="Times New Roman"/>
            </a:endParaRPr>
          </a:p>
        </p:txBody>
      </p:sp>
      <p:sp>
        <p:nvSpPr>
          <p:cNvPr id="38" name="PlaceHolder 3"/>
          <p:cNvSpPr>
            <a:spLocks noGrp="1"/>
          </p:cNvSpPr>
          <p:nvPr>
            <p:ph type="dt" idx="21"/>
          </p:nvPr>
        </p:nvSpPr>
        <p:spPr>
          <a:xfrm>
            <a:off x="838080" y="6356520"/>
            <a:ext cx="2742480" cy="364320"/>
          </a:xfrm>
          <a:prstGeom prst="rect">
            <a:avLst/>
          </a:prstGeom>
          <a:noFill/>
          <a:ln w="0">
            <a:noFill/>
          </a:ln>
        </p:spPr>
        <p:txBody>
          <a:bodyPr lIns="90000" rIns="90000" tIns="45000" bIns="45000" anchor="t">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9"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40" name="PlaceHolder 2"/>
          <p:cNvSpPr>
            <a:spLocks noGrp="1"/>
          </p:cNvSpPr>
          <p:nvPr>
            <p:ph type="ftr" idx="22"/>
          </p:nvPr>
        </p:nvSpPr>
        <p:spPr>
          <a:xfrm>
            <a:off x="4038480" y="6356520"/>
            <a:ext cx="4114080" cy="364320"/>
          </a:xfrm>
          <a:prstGeom prst="rect">
            <a:avLst/>
          </a:prstGeom>
          <a:noFill/>
          <a:ln w="0">
            <a:noFill/>
          </a:ln>
        </p:spPr>
        <p:txBody>
          <a:bodyPr lIns="90000" rIns="90000" tIns="45000" bIns="45000" anchor="t">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1" name="PlaceHolder 3"/>
          <p:cNvSpPr>
            <a:spLocks noGrp="1"/>
          </p:cNvSpPr>
          <p:nvPr>
            <p:ph type="sldNum" idx="23"/>
          </p:nvPr>
        </p:nvSpPr>
        <p:spPr>
          <a:xfrm>
            <a:off x="8714880" y="6025680"/>
            <a:ext cx="2742480" cy="401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600" spc="-1" strike="noStrike">
                <a:solidFill>
                  <a:srgbClr val="1c7ddb"/>
                </a:solidFill>
                <a:latin typeface="Abadi"/>
              </a:defRPr>
            </a:lvl1pPr>
          </a:lstStyle>
          <a:p>
            <a:pPr indent="0" algn="r" defTabSz="914400">
              <a:lnSpc>
                <a:spcPct val="100000"/>
              </a:lnSpc>
              <a:buNone/>
              <a:tabLst>
                <a:tab algn="l" pos="0"/>
              </a:tabLst>
            </a:pPr>
            <a:fld id="{660BD58E-21CD-43D6-8344-50272AAB658C}" type="slidenum">
              <a:rPr b="0" lang="en-US" sz="1600" spc="-1" strike="noStrike">
                <a:solidFill>
                  <a:srgbClr val="1c7ddb"/>
                </a:solidFill>
                <a:latin typeface="Abadi"/>
              </a:rPr>
              <a:t>&lt;number&gt;</a:t>
            </a:fld>
            <a:endParaRPr b="0" lang="en-US" sz="1600" spc="-1" strike="noStrike">
              <a:solidFill>
                <a:srgbClr val="000000"/>
              </a:solidFill>
              <a:latin typeface="Times New Roman"/>
            </a:endParaRPr>
          </a:p>
        </p:txBody>
      </p:sp>
      <p:sp>
        <p:nvSpPr>
          <p:cNvPr id="42" name="PlaceHolder 4"/>
          <p:cNvSpPr>
            <a:spLocks noGrp="1"/>
          </p:cNvSpPr>
          <p:nvPr>
            <p:ph type="dt" idx="24"/>
          </p:nvPr>
        </p:nvSpPr>
        <p:spPr>
          <a:xfrm>
            <a:off x="838080" y="6356520"/>
            <a:ext cx="2742480" cy="364320"/>
          </a:xfrm>
          <a:prstGeom prst="rect">
            <a:avLst/>
          </a:prstGeom>
          <a:noFill/>
          <a:ln w="0">
            <a:noFill/>
          </a:ln>
        </p:spPr>
        <p:txBody>
          <a:bodyPr lIns="90000" rIns="90000" tIns="45000" bIns="45000" anchor="t">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ftr" idx="25"/>
          </p:nvPr>
        </p:nvSpPr>
        <p:spPr>
          <a:xfrm>
            <a:off x="4038480" y="6356520"/>
            <a:ext cx="4114080" cy="364320"/>
          </a:xfrm>
          <a:prstGeom prst="rect">
            <a:avLst/>
          </a:prstGeom>
          <a:noFill/>
          <a:ln w="0">
            <a:noFill/>
          </a:ln>
        </p:spPr>
        <p:txBody>
          <a:bodyPr lIns="90000" rIns="90000" tIns="45000" bIns="45000" anchor="t">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5" name="PlaceHolder 2"/>
          <p:cNvSpPr>
            <a:spLocks noGrp="1"/>
          </p:cNvSpPr>
          <p:nvPr>
            <p:ph type="sldNum" idx="26"/>
          </p:nvPr>
        </p:nvSpPr>
        <p:spPr>
          <a:xfrm>
            <a:off x="8714880" y="6025680"/>
            <a:ext cx="2742480" cy="401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600" spc="-1" strike="noStrike">
                <a:solidFill>
                  <a:srgbClr val="1c7ddb"/>
                </a:solidFill>
                <a:latin typeface="Abadi"/>
              </a:defRPr>
            </a:lvl1pPr>
          </a:lstStyle>
          <a:p>
            <a:pPr indent="0" algn="r" defTabSz="914400">
              <a:lnSpc>
                <a:spcPct val="100000"/>
              </a:lnSpc>
              <a:buNone/>
              <a:tabLst>
                <a:tab algn="l" pos="0"/>
              </a:tabLst>
            </a:pPr>
            <a:fld id="{F19C6CB4-11AB-4316-B5D3-765C5ED4FDA3}" type="slidenum">
              <a:rPr b="0" lang="en-US" sz="1600" spc="-1" strike="noStrike">
                <a:solidFill>
                  <a:srgbClr val="1c7ddb"/>
                </a:solidFill>
                <a:latin typeface="Abadi"/>
              </a:rPr>
              <a:t>&lt;number&gt;</a:t>
            </a:fld>
            <a:endParaRPr b="0" lang="en-US" sz="1600" spc="-1" strike="noStrike">
              <a:solidFill>
                <a:srgbClr val="000000"/>
              </a:solidFill>
              <a:latin typeface="Times New Roman"/>
            </a:endParaRPr>
          </a:p>
        </p:txBody>
      </p:sp>
      <p:sp>
        <p:nvSpPr>
          <p:cNvPr id="46" name="PlaceHolder 3"/>
          <p:cNvSpPr>
            <a:spLocks noGrp="1"/>
          </p:cNvSpPr>
          <p:nvPr>
            <p:ph type="dt" idx="27"/>
          </p:nvPr>
        </p:nvSpPr>
        <p:spPr>
          <a:xfrm>
            <a:off x="838080" y="6356520"/>
            <a:ext cx="2742480" cy="364320"/>
          </a:xfrm>
          <a:prstGeom prst="rect">
            <a:avLst/>
          </a:prstGeom>
          <a:noFill/>
          <a:ln w="0">
            <a:noFill/>
          </a:ln>
        </p:spPr>
        <p:txBody>
          <a:bodyPr lIns="90000" rIns="90000" tIns="45000" bIns="45000" anchor="t">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7" name="PlaceHolder 1"/>
          <p:cNvSpPr>
            <a:spLocks noGrp="1"/>
          </p:cNvSpPr>
          <p:nvPr>
            <p:ph type="ftr" idx="28"/>
          </p:nvPr>
        </p:nvSpPr>
        <p:spPr>
          <a:xfrm>
            <a:off x="4038480" y="6356520"/>
            <a:ext cx="4114080" cy="364320"/>
          </a:xfrm>
          <a:prstGeom prst="rect">
            <a:avLst/>
          </a:prstGeom>
          <a:noFill/>
          <a:ln w="0">
            <a:noFill/>
          </a:ln>
        </p:spPr>
        <p:txBody>
          <a:bodyPr lIns="90000" rIns="90000" tIns="45000" bIns="45000" anchor="t">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8" name="PlaceHolder 2"/>
          <p:cNvSpPr>
            <a:spLocks noGrp="1"/>
          </p:cNvSpPr>
          <p:nvPr>
            <p:ph type="sldNum" idx="29"/>
          </p:nvPr>
        </p:nvSpPr>
        <p:spPr>
          <a:xfrm>
            <a:off x="8714880" y="6025680"/>
            <a:ext cx="2742480" cy="401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600" spc="-1" strike="noStrike">
                <a:solidFill>
                  <a:srgbClr val="1c7ddb"/>
                </a:solidFill>
                <a:latin typeface="Abadi"/>
              </a:defRPr>
            </a:lvl1pPr>
          </a:lstStyle>
          <a:p>
            <a:pPr indent="0" algn="r" defTabSz="914400">
              <a:lnSpc>
                <a:spcPct val="100000"/>
              </a:lnSpc>
              <a:buNone/>
              <a:tabLst>
                <a:tab algn="l" pos="0"/>
              </a:tabLst>
            </a:pPr>
            <a:fld id="{71AF4243-970F-406F-932F-CE22474BDBA9}" type="slidenum">
              <a:rPr b="0" lang="en-US" sz="1600" spc="-1" strike="noStrike">
                <a:solidFill>
                  <a:srgbClr val="1c7ddb"/>
                </a:solidFill>
                <a:latin typeface="Abadi"/>
              </a:rPr>
              <a:t>&lt;number&gt;</a:t>
            </a:fld>
            <a:endParaRPr b="0" lang="en-US" sz="1600" spc="-1" strike="noStrike">
              <a:solidFill>
                <a:srgbClr val="000000"/>
              </a:solidFill>
              <a:latin typeface="Times New Roman"/>
            </a:endParaRPr>
          </a:p>
        </p:txBody>
      </p:sp>
      <p:sp>
        <p:nvSpPr>
          <p:cNvPr id="49" name="PlaceHolder 3"/>
          <p:cNvSpPr>
            <a:spLocks noGrp="1"/>
          </p:cNvSpPr>
          <p:nvPr>
            <p:ph type="dt" idx="30"/>
          </p:nvPr>
        </p:nvSpPr>
        <p:spPr>
          <a:xfrm>
            <a:off x="838080" y="6356520"/>
            <a:ext cx="2742480" cy="364320"/>
          </a:xfrm>
          <a:prstGeom prst="rect">
            <a:avLst/>
          </a:prstGeom>
          <a:noFill/>
          <a:ln w="0">
            <a:noFill/>
          </a:ln>
        </p:spPr>
        <p:txBody>
          <a:bodyPr lIns="90000" rIns="90000" tIns="45000" bIns="45000" anchor="t">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71" r:id="rId2"/>
  </p:sldLayoutIdLst>
</p:sldMaster>
</file>

<file path=ppt/slideMasters/slideMaster1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0" name="PlaceHolder 1"/>
          <p:cNvSpPr>
            <a:spLocks noGrp="1"/>
          </p:cNvSpPr>
          <p:nvPr>
            <p:ph type="ftr" idx="31"/>
          </p:nvPr>
        </p:nvSpPr>
        <p:spPr>
          <a:xfrm>
            <a:off x="4038480" y="6356520"/>
            <a:ext cx="4114080" cy="364320"/>
          </a:xfrm>
          <a:prstGeom prst="rect">
            <a:avLst/>
          </a:prstGeom>
          <a:noFill/>
          <a:ln w="0">
            <a:noFill/>
          </a:ln>
        </p:spPr>
        <p:txBody>
          <a:bodyPr lIns="90000" rIns="90000" tIns="45000" bIns="45000" anchor="t">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1" name="PlaceHolder 2"/>
          <p:cNvSpPr>
            <a:spLocks noGrp="1"/>
          </p:cNvSpPr>
          <p:nvPr>
            <p:ph type="sldNum" idx="32"/>
          </p:nvPr>
        </p:nvSpPr>
        <p:spPr>
          <a:xfrm>
            <a:off x="8714880" y="6025680"/>
            <a:ext cx="2742480" cy="401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600" spc="-1" strike="noStrike">
                <a:solidFill>
                  <a:srgbClr val="1c7ddb"/>
                </a:solidFill>
                <a:latin typeface="Abadi"/>
              </a:defRPr>
            </a:lvl1pPr>
          </a:lstStyle>
          <a:p>
            <a:pPr indent="0" algn="r" defTabSz="914400">
              <a:lnSpc>
                <a:spcPct val="100000"/>
              </a:lnSpc>
              <a:buNone/>
              <a:tabLst>
                <a:tab algn="l" pos="0"/>
              </a:tabLst>
            </a:pPr>
            <a:fld id="{8A40D9DE-7FBF-493A-B517-76E8D2F2C901}" type="slidenum">
              <a:rPr b="0" lang="en-US" sz="1600" spc="-1" strike="noStrike">
                <a:solidFill>
                  <a:srgbClr val="1c7ddb"/>
                </a:solidFill>
                <a:latin typeface="Abadi"/>
              </a:rPr>
              <a:t>&lt;number&gt;</a:t>
            </a:fld>
            <a:endParaRPr b="0" lang="en-US" sz="1600" spc="-1" strike="noStrike">
              <a:solidFill>
                <a:srgbClr val="000000"/>
              </a:solidFill>
              <a:latin typeface="Times New Roman"/>
            </a:endParaRPr>
          </a:p>
        </p:txBody>
      </p:sp>
      <p:sp>
        <p:nvSpPr>
          <p:cNvPr id="52" name="PlaceHolder 3"/>
          <p:cNvSpPr>
            <a:spLocks noGrp="1"/>
          </p:cNvSpPr>
          <p:nvPr>
            <p:ph type="dt" idx="33"/>
          </p:nvPr>
        </p:nvSpPr>
        <p:spPr>
          <a:xfrm>
            <a:off x="838080" y="6356520"/>
            <a:ext cx="2742480" cy="364320"/>
          </a:xfrm>
          <a:prstGeom prst="rect">
            <a:avLst/>
          </a:prstGeom>
          <a:noFill/>
          <a:ln w="0">
            <a:noFill/>
          </a:ln>
        </p:spPr>
        <p:txBody>
          <a:bodyPr lIns="90000" rIns="90000" tIns="45000" bIns="45000" anchor="t">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73"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png"/><Relationship Id="rId3" Type="http://schemas.openxmlformats.org/officeDocument/2006/relationships/slideLayout" Target="../slideLayouts/slideLayout4.xml"/>
</Relationships>
</file>

<file path=ppt/slides/_rels/slide2.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4.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5.xml.rels><?xml version="1.0" encoding="UTF-8"?>
<Relationships xmlns="http://schemas.openxmlformats.org/package/2006/relationships"><Relationship Id="rId1" Type="http://schemas.openxmlformats.org/officeDocument/2006/relationships/image" Target="../media/image4.jpeg"/><Relationship Id="rId2" Type="http://schemas.openxmlformats.org/officeDocument/2006/relationships/slideLayout" Target="../slideLayouts/slideLayout7.xml"/>
</Relationships>
</file>

<file path=ppt/slides/_rels/slide6.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8.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5.png"/><Relationship Id="rId3" Type="http://schemas.openxmlformats.org/officeDocument/2006/relationships/slideLayout" Target="../slideLayouts/slideLayout1.xml"/>
</Relationships>
</file>

<file path=ppt/slides/_rels/slide9.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6.png"/><Relationship Id="rId3" Type="http://schemas.openxmlformats.org/officeDocument/2006/relationships/slideLayout" Target="../slideLayouts/slideLayout1.xml"/>
</Relationships>
</file>

<file path=ppt/slides/_rels/slide10.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7.png"/><Relationship Id="rId3" Type="http://schemas.openxmlformats.org/officeDocument/2006/relationships/slideLayout" Target="../slideLayouts/slideLayout1.xml"/>
</Relationships>
</file>

<file path=ppt/slides/_rels/slide11.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12.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13.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14.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1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16.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
</Relationships>
</file>

<file path=ppt/slides/_rels/slide18.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19.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20.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21.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22.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23.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24.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2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26.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27.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28.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29.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30.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31.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32.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33.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34.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
</Relationships>
</file>

<file path=ppt/slides/_rels/slide3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36.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37.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38.xml.rels><?xml version="1.0" encoding="UTF-8"?>
<Relationships xmlns="http://schemas.openxmlformats.org/package/2006/relationships"><Relationship Id="rId1" Type="http://schemas.openxmlformats.org/officeDocument/2006/relationships/image" Target="../media/image10.jpeg"/><Relationship Id="rId2" Type="http://schemas.openxmlformats.org/officeDocument/2006/relationships/slideLayout" Target="../slideLayouts/slideLayout1.xml"/>
</Relationships>
</file>

<file path=ppt/slides/_rels/slide39.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40.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41.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42.xml.rels><?xml version="1.0" encoding="UTF-8"?>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
</Relationships>
</file>

<file path=ppt/slides/_rels/slide43.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44.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4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46.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46.xml"/>
</Relationships>
</file>

<file path=ppt/slides/_rels/slide47.xml.rels><?xml version="1.0" encoding="UTF-8"?>
<Relationships xmlns="http://schemas.openxmlformats.org/package/2006/relationships"><Relationship Id="rId1" Type="http://schemas.openxmlformats.org/officeDocument/2006/relationships/image" Target="../media/image12.jpeg"/><Relationship Id="rId2" Type="http://schemas.openxmlformats.org/officeDocument/2006/relationships/slideLayout" Target="../slideLayouts/slideLayout5.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59" name="TextBox 5"/>
          <p:cNvSpPr/>
          <p:nvPr/>
        </p:nvSpPr>
        <p:spPr>
          <a:xfrm>
            <a:off x="888480" y="4568760"/>
            <a:ext cx="2513880" cy="6382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1800" spc="-1" strike="noStrike">
                <a:solidFill>
                  <a:schemeClr val="lt2"/>
                </a:solidFill>
                <a:latin typeface="Abadi"/>
                <a:ea typeface="SF Pro"/>
              </a:rPr>
              <a:t>&lt;Frano Rihter&gt;</a:t>
            </a:r>
            <a:endParaRPr b="0" lang="en-US" sz="1800" spc="-1" strike="noStrike">
              <a:solidFill>
                <a:srgbClr val="ffffff"/>
              </a:solidFill>
              <a:latin typeface="Arial"/>
            </a:endParaRPr>
          </a:p>
          <a:p>
            <a:pPr defTabSz="914400">
              <a:lnSpc>
                <a:spcPct val="100000"/>
              </a:lnSpc>
            </a:pPr>
            <a:r>
              <a:rPr b="0" lang="en-US" sz="1800" spc="-1" strike="noStrike">
                <a:solidFill>
                  <a:schemeClr val="lt2"/>
                </a:solidFill>
                <a:latin typeface="Abadi"/>
                <a:ea typeface="SF Pro"/>
              </a:rPr>
              <a:t>&lt;28-08-2026&gt;</a:t>
            </a:r>
            <a:endParaRPr b="0" lang="en-US" sz="1800" spc="-1" strike="noStrike">
              <a:solidFill>
                <a:srgbClr val="ffffff"/>
              </a:solidFill>
              <a:latin typeface="Arial"/>
            </a:endParaRPr>
          </a:p>
        </p:txBody>
      </p:sp>
      <p:pic>
        <p:nvPicPr>
          <p:cNvPr id="60" name="Picture 2" descr="IBM Skills Network Logo - Horizontal-noai copy.png"/>
          <p:cNvPicPr/>
          <p:nvPr/>
        </p:nvPicPr>
        <p:blipFill>
          <a:blip r:embed="rId2"/>
          <a:stretch/>
        </p:blipFill>
        <p:spPr>
          <a:xfrm>
            <a:off x="889920" y="676800"/>
            <a:ext cx="2103480" cy="628560"/>
          </a:xfrm>
          <a:prstGeom prst="rect">
            <a:avLst/>
          </a:prstGeom>
          <a:ln w="0">
            <a:noFill/>
          </a:ln>
        </p:spPr>
      </p:pic>
    </p:spTree>
  </p:cSld>
  <p:transition spd="slow">
    <p:push dir="u"/>
  </p:transition>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61" name="PlaceHolder 1"/>
          <p:cNvSpPr>
            <a:spLocks noGrp="1"/>
          </p:cNvSpPr>
          <p:nvPr>
            <p:ph type="sldNum" idx="37"/>
          </p:nvPr>
        </p:nvSpPr>
        <p:spPr>
          <a:xfrm>
            <a:off x="8714880" y="6025680"/>
            <a:ext cx="2742480" cy="401040"/>
          </a:xfrm>
          <a:prstGeom prst="rect">
            <a:avLst/>
          </a:prstGeom>
          <a:noFill/>
          <a:ln w="0">
            <a:noFill/>
          </a:ln>
        </p:spPr>
        <p:txBody>
          <a:bodyPr lIns="91440" rIns="91440" tIns="45720" bIns="45720" anchor="ctr">
            <a:normAutofit/>
          </a:bodyPr>
          <a:lstStyle>
            <a:lvl1pPr indent="0" algn="r" defTabSz="914400">
              <a:lnSpc>
                <a:spcPct val="100000"/>
              </a:lnSpc>
              <a:buNone/>
              <a:tabLst>
                <a:tab algn="l" pos="0"/>
              </a:tabLst>
              <a:defRPr b="0" lang="en-US" sz="1600" spc="-1" strike="noStrike">
                <a:solidFill>
                  <a:srgbClr val="1c7ddb"/>
                </a:solidFill>
                <a:latin typeface="Abadi"/>
              </a:defRPr>
            </a:lvl1pPr>
          </a:lstStyle>
          <a:p>
            <a:pPr indent="0" algn="r" defTabSz="914400">
              <a:lnSpc>
                <a:spcPct val="100000"/>
              </a:lnSpc>
              <a:buNone/>
              <a:tabLst>
                <a:tab algn="l" pos="0"/>
              </a:tabLst>
            </a:pPr>
            <a:fld id="{76CC6393-3774-4021-B755-1573A10AE95A}" type="slidenum">
              <a:rPr b="0" lang="en-US" sz="1600" spc="-1" strike="noStrike">
                <a:solidFill>
                  <a:srgbClr val="1c7ddb"/>
                </a:solidFill>
                <a:latin typeface="Abadi"/>
              </a:rPr>
              <a:t>2</a:t>
            </a:fld>
            <a:endParaRPr b="0" lang="en-US" sz="1600" spc="-1" strike="noStrike">
              <a:solidFill>
                <a:srgbClr val="000000"/>
              </a:solidFill>
              <a:latin typeface="Times New Roman"/>
            </a:endParaRPr>
          </a:p>
        </p:txBody>
      </p:sp>
      <p:sp>
        <p:nvSpPr>
          <p:cNvPr id="62" name="Content Placeholder 2"/>
          <p:cNvSpPr/>
          <p:nvPr/>
        </p:nvSpPr>
        <p:spPr>
          <a:xfrm>
            <a:off x="958680" y="2113200"/>
            <a:ext cx="5166360" cy="3320280"/>
          </a:xfrm>
          <a:prstGeom prst="rect">
            <a:avLst/>
          </a:prstGeom>
          <a:noFill/>
          <a:ln w="0">
            <a:noFill/>
          </a:ln>
        </p:spPr>
        <p:style>
          <a:lnRef idx="0"/>
          <a:fillRef idx="0"/>
          <a:effectRef idx="0"/>
          <a:fontRef idx="minor"/>
        </p:style>
        <p:txBody>
          <a:bodyPr lIns="90000" rIns="90000" tIns="45000" bIns="45000" anchor="t">
            <a:normAutofit/>
          </a:bodyPr>
          <a:p>
            <a:pPr marL="228600" indent="-228600" defTabSz="914400">
              <a:lnSpc>
                <a:spcPct val="100000"/>
              </a:lnSpc>
              <a:spcBef>
                <a:spcPts val="1400"/>
              </a:spcBef>
              <a:buClr>
                <a:srgbClr val="292929"/>
              </a:buClr>
              <a:buFont typeface="Arial"/>
              <a:buChar char="•"/>
            </a:pPr>
            <a:r>
              <a:rPr b="0" lang="en-US" sz="2200" spc="-1" strike="noStrike">
                <a:solidFill>
                  <a:schemeClr val="accent3">
                    <a:lumMod val="25000"/>
                  </a:schemeClr>
                </a:solidFill>
                <a:latin typeface="Abadi"/>
              </a:rPr>
              <a:t>Executive Summary</a:t>
            </a:r>
            <a:endParaRPr b="0" lang="en-US" sz="2200" spc="-1" strike="noStrike">
              <a:solidFill>
                <a:srgbClr val="000000"/>
              </a:solidFill>
              <a:latin typeface="Arial"/>
            </a:endParaRPr>
          </a:p>
          <a:p>
            <a:pPr marL="228600" indent="-228600" defTabSz="914400">
              <a:lnSpc>
                <a:spcPct val="100000"/>
              </a:lnSpc>
              <a:spcBef>
                <a:spcPts val="1400"/>
              </a:spcBef>
              <a:buClr>
                <a:srgbClr val="292929"/>
              </a:buClr>
              <a:buFont typeface="Arial"/>
              <a:buChar char="•"/>
            </a:pPr>
            <a:r>
              <a:rPr b="0" lang="en-US" sz="2200" spc="-1" strike="noStrike">
                <a:solidFill>
                  <a:schemeClr val="accent3">
                    <a:lumMod val="25000"/>
                  </a:schemeClr>
                </a:solidFill>
                <a:latin typeface="Abadi"/>
              </a:rPr>
              <a:t>Introduction</a:t>
            </a:r>
            <a:endParaRPr b="0" lang="en-US" sz="2200" spc="-1" strike="noStrike">
              <a:solidFill>
                <a:srgbClr val="000000"/>
              </a:solidFill>
              <a:latin typeface="Arial"/>
            </a:endParaRPr>
          </a:p>
          <a:p>
            <a:pPr marL="228600" indent="-228600" defTabSz="914400">
              <a:lnSpc>
                <a:spcPct val="100000"/>
              </a:lnSpc>
              <a:spcBef>
                <a:spcPts val="1400"/>
              </a:spcBef>
              <a:buClr>
                <a:srgbClr val="292929"/>
              </a:buClr>
              <a:buFont typeface="Arial"/>
              <a:buChar char="•"/>
            </a:pPr>
            <a:r>
              <a:rPr b="0" lang="en-US" sz="2200" spc="-1" strike="noStrike">
                <a:solidFill>
                  <a:schemeClr val="accent3">
                    <a:lumMod val="25000"/>
                  </a:schemeClr>
                </a:solidFill>
                <a:latin typeface="Abadi"/>
              </a:rPr>
              <a:t>Methodology</a:t>
            </a:r>
            <a:endParaRPr b="0" lang="en-US" sz="2200" spc="-1" strike="noStrike">
              <a:solidFill>
                <a:srgbClr val="000000"/>
              </a:solidFill>
              <a:latin typeface="Arial"/>
            </a:endParaRPr>
          </a:p>
          <a:p>
            <a:pPr marL="228600" indent="-228600" defTabSz="914400">
              <a:lnSpc>
                <a:spcPct val="100000"/>
              </a:lnSpc>
              <a:spcBef>
                <a:spcPts val="1400"/>
              </a:spcBef>
              <a:buClr>
                <a:srgbClr val="292929"/>
              </a:buClr>
              <a:buFont typeface="Arial"/>
              <a:buChar char="•"/>
            </a:pPr>
            <a:r>
              <a:rPr b="0" lang="en-US" sz="2200" spc="-1" strike="noStrike">
                <a:solidFill>
                  <a:schemeClr val="accent3">
                    <a:lumMod val="25000"/>
                  </a:schemeClr>
                </a:solidFill>
                <a:latin typeface="Abadi"/>
              </a:rPr>
              <a:t>Results</a:t>
            </a:r>
            <a:endParaRPr b="0" lang="en-US" sz="2200" spc="-1" strike="noStrike">
              <a:solidFill>
                <a:srgbClr val="000000"/>
              </a:solidFill>
              <a:latin typeface="Arial"/>
            </a:endParaRPr>
          </a:p>
          <a:p>
            <a:pPr marL="228600" indent="-228600" defTabSz="914400">
              <a:lnSpc>
                <a:spcPct val="100000"/>
              </a:lnSpc>
              <a:spcBef>
                <a:spcPts val="1400"/>
              </a:spcBef>
              <a:buClr>
                <a:srgbClr val="292929"/>
              </a:buClr>
              <a:buFont typeface="Arial"/>
              <a:buChar char="•"/>
            </a:pPr>
            <a:r>
              <a:rPr b="0" lang="en-US" sz="2200" spc="-1" strike="noStrike">
                <a:solidFill>
                  <a:schemeClr val="accent3">
                    <a:lumMod val="25000"/>
                  </a:schemeClr>
                </a:solidFill>
                <a:latin typeface="Abadi"/>
              </a:rPr>
              <a:t>Conclusion</a:t>
            </a:r>
            <a:endParaRPr b="0" lang="en-US" sz="2200" spc="-1" strike="noStrike">
              <a:solidFill>
                <a:srgbClr val="000000"/>
              </a:solidFill>
              <a:latin typeface="Arial"/>
            </a:endParaRPr>
          </a:p>
          <a:p>
            <a:pPr marL="228600" indent="-228600" defTabSz="914400">
              <a:lnSpc>
                <a:spcPct val="100000"/>
              </a:lnSpc>
              <a:spcBef>
                <a:spcPts val="1400"/>
              </a:spcBef>
              <a:buClr>
                <a:srgbClr val="292929"/>
              </a:buClr>
              <a:buFont typeface="Arial"/>
              <a:buChar char="•"/>
            </a:pPr>
            <a:r>
              <a:rPr b="0" lang="en-US" sz="2200" spc="-1" strike="noStrike">
                <a:solidFill>
                  <a:schemeClr val="accent3">
                    <a:lumMod val="25000"/>
                  </a:schemeClr>
                </a:solidFill>
                <a:latin typeface="Abadi"/>
              </a:rPr>
              <a:t>Appendix</a:t>
            </a:r>
            <a:endParaRPr b="0" lang="en-US" sz="2200" spc="-1" strike="noStrike">
              <a:solidFill>
                <a:srgbClr val="000000"/>
              </a:solidFill>
              <a:latin typeface="Arial"/>
            </a:endParaRPr>
          </a:p>
        </p:txBody>
      </p:sp>
      <p:sp>
        <p:nvSpPr>
          <p:cNvPr id="63" name="Title 1"/>
          <p:cNvSpPr/>
          <p:nvPr/>
        </p:nvSpPr>
        <p:spPr>
          <a:xfrm>
            <a:off x="770040" y="538560"/>
            <a:ext cx="10514880" cy="548280"/>
          </a:xfrm>
          <a:prstGeom prst="rect">
            <a:avLst/>
          </a:prstGeom>
          <a:noFill/>
          <a:ln w="0">
            <a:noFill/>
          </a:ln>
        </p:spPr>
        <p:style>
          <a:lnRef idx="0"/>
          <a:fillRef idx="0"/>
          <a:effectRef idx="0"/>
          <a:fontRef idx="minor"/>
        </p:style>
        <p:txBody>
          <a:bodyPr lIns="90000" rIns="90000" tIns="45000" bIns="45000" anchor="ctr">
            <a:normAutofit fontScale="83888"/>
          </a:bodyPr>
          <a:p>
            <a:pPr defTabSz="914400">
              <a:lnSpc>
                <a:spcPct val="90000"/>
              </a:lnSpc>
            </a:pPr>
            <a:r>
              <a:rPr b="0" lang="en-US" sz="4000" spc="-1" strike="noStrike">
                <a:solidFill>
                  <a:srgbClr val="0b49cb"/>
                </a:solidFill>
                <a:latin typeface="Abadi"/>
                <a:ea typeface="IBM Plex Mono SemiBold"/>
              </a:rPr>
              <a:t>Outline</a:t>
            </a:r>
            <a:endParaRPr b="0" lang="en-US" sz="4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64" name="PlaceHolder 1"/>
          <p:cNvSpPr>
            <a:spLocks noGrp="1"/>
          </p:cNvSpPr>
          <p:nvPr>
            <p:ph type="sldNum" idx="38"/>
          </p:nvPr>
        </p:nvSpPr>
        <p:spPr>
          <a:xfrm>
            <a:off x="8714880" y="6025680"/>
            <a:ext cx="2742480" cy="401040"/>
          </a:xfrm>
          <a:prstGeom prst="rect">
            <a:avLst/>
          </a:prstGeom>
          <a:noFill/>
          <a:ln w="0">
            <a:noFill/>
          </a:ln>
        </p:spPr>
        <p:txBody>
          <a:bodyPr lIns="91440" rIns="91440" tIns="45720" bIns="45720" anchor="ctr">
            <a:normAutofit/>
          </a:bodyPr>
          <a:lstStyle>
            <a:lvl1pPr indent="0" algn="r" defTabSz="914400">
              <a:lnSpc>
                <a:spcPct val="100000"/>
              </a:lnSpc>
              <a:spcAft>
                <a:spcPts val="601"/>
              </a:spcAft>
              <a:buNone/>
              <a:tabLst>
                <a:tab algn="l" pos="0"/>
              </a:tabLst>
              <a:defRPr b="0" lang="en-US" sz="1600" spc="-1" strike="noStrike">
                <a:solidFill>
                  <a:srgbClr val="1c7ddb"/>
                </a:solidFill>
                <a:latin typeface="Abadi"/>
              </a:defRPr>
            </a:lvl1pPr>
          </a:lstStyle>
          <a:p>
            <a:pPr indent="0" algn="r" defTabSz="914400">
              <a:lnSpc>
                <a:spcPct val="100000"/>
              </a:lnSpc>
              <a:spcAft>
                <a:spcPts val="601"/>
              </a:spcAft>
              <a:buNone/>
              <a:tabLst>
                <a:tab algn="l" pos="0"/>
              </a:tabLst>
            </a:pPr>
            <a:fld id="{064D6CBC-1E4D-4859-8C30-15847849A184}" type="slidenum">
              <a:rPr b="0" lang="en-US" sz="1600" spc="-1" strike="noStrike">
                <a:solidFill>
                  <a:srgbClr val="1c7ddb"/>
                </a:solidFill>
                <a:latin typeface="Abadi"/>
              </a:rPr>
              <a:t>3</a:t>
            </a:fld>
            <a:endParaRPr b="0" lang="en-US" sz="1600" spc="-1" strike="noStrike">
              <a:solidFill>
                <a:srgbClr val="000000"/>
              </a:solidFill>
              <a:latin typeface="Times New Roman"/>
            </a:endParaRPr>
          </a:p>
        </p:txBody>
      </p:sp>
      <p:sp>
        <p:nvSpPr>
          <p:cNvPr id="65" name="Content Placeholder 2"/>
          <p:cNvSpPr/>
          <p:nvPr/>
        </p:nvSpPr>
        <p:spPr>
          <a:xfrm>
            <a:off x="959040" y="2684880"/>
            <a:ext cx="4017240" cy="1039320"/>
          </a:xfrm>
          <a:prstGeom prst="rect">
            <a:avLst/>
          </a:prstGeom>
          <a:noFill/>
          <a:ln w="0">
            <a:noFill/>
          </a:ln>
        </p:spPr>
        <p:style>
          <a:lnRef idx="0"/>
          <a:fillRef idx="0"/>
          <a:effectRef idx="0"/>
          <a:fontRef idx="minor"/>
        </p:style>
        <p:txBody>
          <a:bodyPr lIns="90000" rIns="90000" tIns="45000" bIns="45000" anchor="t">
            <a:normAutofit fontScale="98333" lnSpcReduction="20000"/>
          </a:bodyPr>
          <a:p>
            <a:pPr marL="228600" indent="-228600" defTabSz="914400">
              <a:lnSpc>
                <a:spcPct val="100000"/>
              </a:lnSpc>
              <a:spcBef>
                <a:spcPts val="1400"/>
              </a:spcBef>
              <a:buClr>
                <a:srgbClr val="292929"/>
              </a:buClr>
              <a:buFont typeface="Arial"/>
              <a:buChar char="•"/>
            </a:pPr>
            <a:r>
              <a:rPr b="0" lang="en-US" sz="2200" spc="-1" strike="noStrike">
                <a:solidFill>
                  <a:schemeClr val="accent3">
                    <a:lumMod val="25000"/>
                  </a:schemeClr>
                </a:solidFill>
                <a:latin typeface="Abadi"/>
              </a:rPr>
              <a:t>Summary of methodologies</a:t>
            </a:r>
            <a:endParaRPr b="0" lang="en-US" sz="2200" spc="-1" strike="noStrike">
              <a:solidFill>
                <a:srgbClr val="000000"/>
              </a:solidFill>
              <a:latin typeface="Arial"/>
            </a:endParaRPr>
          </a:p>
          <a:p>
            <a:pPr marL="228600" indent="-228600" defTabSz="914400">
              <a:lnSpc>
                <a:spcPct val="100000"/>
              </a:lnSpc>
              <a:spcBef>
                <a:spcPts val="1400"/>
              </a:spcBef>
              <a:buClr>
                <a:srgbClr val="292929"/>
              </a:buClr>
              <a:buFont typeface="Arial"/>
              <a:buChar char="•"/>
            </a:pPr>
            <a:r>
              <a:rPr b="0" lang="en-US" sz="2200" spc="-1" strike="noStrike">
                <a:solidFill>
                  <a:schemeClr val="accent3">
                    <a:lumMod val="25000"/>
                  </a:schemeClr>
                </a:solidFill>
                <a:latin typeface="Abadi"/>
              </a:rPr>
              <a:t>Summary of all results</a:t>
            </a:r>
            <a:endParaRPr b="0" lang="en-US" sz="2200" spc="-1" strike="noStrike">
              <a:solidFill>
                <a:srgbClr val="000000"/>
              </a:solidFill>
              <a:latin typeface="Arial"/>
            </a:endParaRPr>
          </a:p>
        </p:txBody>
      </p:sp>
      <p:sp>
        <p:nvSpPr>
          <p:cNvPr id="66" name="Title 1"/>
          <p:cNvSpPr/>
          <p:nvPr/>
        </p:nvSpPr>
        <p:spPr>
          <a:xfrm>
            <a:off x="770040" y="538560"/>
            <a:ext cx="10514880" cy="548280"/>
          </a:xfrm>
          <a:prstGeom prst="rect">
            <a:avLst/>
          </a:prstGeom>
          <a:noFill/>
          <a:ln w="0">
            <a:noFill/>
          </a:ln>
        </p:spPr>
        <p:style>
          <a:lnRef idx="0"/>
          <a:fillRef idx="0"/>
          <a:effectRef idx="0"/>
          <a:fontRef idx="minor"/>
        </p:style>
        <p:txBody>
          <a:bodyPr lIns="90000" rIns="90000" tIns="45000" bIns="45000" anchor="ctr">
            <a:normAutofit fontScale="83888"/>
          </a:bodyPr>
          <a:p>
            <a:pPr defTabSz="914400">
              <a:lnSpc>
                <a:spcPct val="90000"/>
              </a:lnSpc>
            </a:pPr>
            <a:r>
              <a:rPr b="0" lang="en-US" sz="4000" spc="-1" strike="noStrike">
                <a:solidFill>
                  <a:srgbClr val="0b49cb"/>
                </a:solidFill>
                <a:latin typeface="Abadi"/>
                <a:ea typeface="IBM Plex Mono SemiBold"/>
              </a:rPr>
              <a:t>Executive Summary</a:t>
            </a:r>
            <a:endParaRPr b="0" lang="en-US" sz="4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67" name="PlaceHolder 1"/>
          <p:cNvSpPr>
            <a:spLocks noGrp="1"/>
          </p:cNvSpPr>
          <p:nvPr>
            <p:ph type="sldNum" idx="39"/>
          </p:nvPr>
        </p:nvSpPr>
        <p:spPr>
          <a:xfrm>
            <a:off x="8714880" y="6025680"/>
            <a:ext cx="2742480" cy="401040"/>
          </a:xfrm>
          <a:prstGeom prst="rect">
            <a:avLst/>
          </a:prstGeom>
          <a:noFill/>
          <a:ln w="0">
            <a:noFill/>
          </a:ln>
        </p:spPr>
        <p:txBody>
          <a:bodyPr lIns="91440" rIns="91440" tIns="45720" bIns="45720" anchor="ctr">
            <a:normAutofit/>
          </a:bodyPr>
          <a:lstStyle>
            <a:lvl1pPr indent="0" algn="r" defTabSz="914400">
              <a:lnSpc>
                <a:spcPct val="100000"/>
              </a:lnSpc>
              <a:spcAft>
                <a:spcPts val="601"/>
              </a:spcAft>
              <a:buNone/>
              <a:tabLst>
                <a:tab algn="l" pos="0"/>
              </a:tabLst>
              <a:defRPr b="0" lang="en-US" sz="1600" spc="-1" strike="noStrike">
                <a:solidFill>
                  <a:srgbClr val="1c7ddb"/>
                </a:solidFill>
                <a:latin typeface="Abadi"/>
              </a:defRPr>
            </a:lvl1pPr>
          </a:lstStyle>
          <a:p>
            <a:pPr indent="0" algn="r" defTabSz="914400">
              <a:lnSpc>
                <a:spcPct val="100000"/>
              </a:lnSpc>
              <a:spcAft>
                <a:spcPts val="601"/>
              </a:spcAft>
              <a:buNone/>
              <a:tabLst>
                <a:tab algn="l" pos="0"/>
              </a:tabLst>
            </a:pPr>
            <a:fld id="{1487F37D-134D-4727-B820-4CA717F82A0D}" type="slidenum">
              <a:rPr b="0" lang="en-US" sz="1600" spc="-1" strike="noStrike">
                <a:solidFill>
                  <a:srgbClr val="1c7ddb"/>
                </a:solidFill>
                <a:latin typeface="Abadi"/>
              </a:rPr>
              <a:t>4</a:t>
            </a:fld>
            <a:endParaRPr b="0" lang="en-US" sz="1600" spc="-1" strike="noStrike">
              <a:solidFill>
                <a:srgbClr val="000000"/>
              </a:solidFill>
              <a:latin typeface="Times New Roman"/>
            </a:endParaRPr>
          </a:p>
        </p:txBody>
      </p:sp>
      <p:sp>
        <p:nvSpPr>
          <p:cNvPr id="68" name="Title 1"/>
          <p:cNvSpPr/>
          <p:nvPr/>
        </p:nvSpPr>
        <p:spPr>
          <a:xfrm>
            <a:off x="828000" y="538560"/>
            <a:ext cx="10529280" cy="548280"/>
          </a:xfrm>
          <a:prstGeom prst="rect">
            <a:avLst/>
          </a:prstGeom>
          <a:noFill/>
          <a:ln w="0">
            <a:noFill/>
          </a:ln>
        </p:spPr>
        <p:style>
          <a:lnRef idx="0"/>
          <a:fillRef idx="0"/>
          <a:effectRef idx="0"/>
          <a:fontRef idx="minor"/>
        </p:style>
        <p:txBody>
          <a:bodyPr lIns="90000" rIns="90000" tIns="45000" bIns="45000" anchor="ctr">
            <a:normAutofit fontScale="83888"/>
          </a:bodyPr>
          <a:p>
            <a:pPr defTabSz="914400">
              <a:lnSpc>
                <a:spcPct val="90000"/>
              </a:lnSpc>
            </a:pPr>
            <a:r>
              <a:rPr b="0" lang="en-US" sz="4000" spc="-1" strike="noStrike">
                <a:solidFill>
                  <a:srgbClr val="0b49cb"/>
                </a:solidFill>
                <a:latin typeface="Abadi"/>
                <a:ea typeface="IBM Plex Mono SemiBold"/>
              </a:rPr>
              <a:t>Introduction</a:t>
            </a:r>
            <a:endParaRPr b="0" lang="en-US" sz="4000" spc="-1" strike="noStrike">
              <a:solidFill>
                <a:srgbClr val="000000"/>
              </a:solidFill>
              <a:latin typeface="Arial"/>
            </a:endParaRPr>
          </a:p>
        </p:txBody>
      </p:sp>
      <p:sp>
        <p:nvSpPr>
          <p:cNvPr id="69" name="Content Placeholder 2"/>
          <p:cNvSpPr/>
          <p:nvPr/>
        </p:nvSpPr>
        <p:spPr>
          <a:xfrm>
            <a:off x="958680" y="2521440"/>
            <a:ext cx="5660280" cy="1897560"/>
          </a:xfrm>
          <a:prstGeom prst="rect">
            <a:avLst/>
          </a:prstGeom>
          <a:noFill/>
          <a:ln w="0">
            <a:noFill/>
          </a:ln>
        </p:spPr>
        <p:style>
          <a:lnRef idx="0"/>
          <a:fillRef idx="0"/>
          <a:effectRef idx="0"/>
          <a:fontRef idx="minor"/>
        </p:style>
        <p:txBody>
          <a:bodyPr lIns="90000" rIns="90000" tIns="45000" bIns="45000" anchor="t">
            <a:normAutofit/>
          </a:bodyPr>
          <a:p>
            <a:pPr marL="228600" indent="-228600" defTabSz="914400">
              <a:lnSpc>
                <a:spcPct val="90000"/>
              </a:lnSpc>
              <a:spcBef>
                <a:spcPts val="1400"/>
              </a:spcBef>
              <a:buClr>
                <a:srgbClr val="292929"/>
              </a:buClr>
              <a:buFont typeface="Arial"/>
              <a:buChar char="•"/>
            </a:pPr>
            <a:r>
              <a:rPr b="0" lang="en-US" sz="2200" spc="-1" strike="noStrike">
                <a:solidFill>
                  <a:schemeClr val="accent3">
                    <a:lumMod val="25000"/>
                  </a:schemeClr>
                </a:solidFill>
                <a:latin typeface="Abadi"/>
              </a:rPr>
              <a:t>Project background and context</a:t>
            </a:r>
            <a:endParaRPr b="0" lang="en-US" sz="2200" spc="-1" strike="noStrike">
              <a:solidFill>
                <a:srgbClr val="000000"/>
              </a:solidFill>
              <a:latin typeface="Arial"/>
            </a:endParaRPr>
          </a:p>
          <a:p>
            <a:pPr marL="228600" indent="-228600" defTabSz="914400">
              <a:lnSpc>
                <a:spcPct val="90000"/>
              </a:lnSpc>
              <a:spcBef>
                <a:spcPts val="1400"/>
              </a:spcBef>
              <a:buClr>
                <a:srgbClr val="292929"/>
              </a:buClr>
              <a:buFont typeface="Arial"/>
              <a:buChar char="•"/>
            </a:pPr>
            <a:r>
              <a:rPr b="0" lang="en-US" sz="2200" spc="-1" strike="noStrike">
                <a:solidFill>
                  <a:schemeClr val="accent3">
                    <a:lumMod val="25000"/>
                  </a:schemeClr>
                </a:solidFill>
                <a:latin typeface="Abadi"/>
              </a:rPr>
              <a:t>Problems you want to find answers</a:t>
            </a:r>
            <a:endParaRPr b="0" lang="en-US" sz="2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70" name="PlaceHolder 1"/>
          <p:cNvSpPr>
            <a:spLocks noGrp="1"/>
          </p:cNvSpPr>
          <p:nvPr>
            <p:ph type="sldNum" idx="40"/>
          </p:nvPr>
        </p:nvSpPr>
        <p:spPr>
          <a:xfrm>
            <a:off x="9448920" y="6356520"/>
            <a:ext cx="2742480" cy="3643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600" spc="-1" strike="noStrike">
                <a:solidFill>
                  <a:srgbClr val="1c7ddb"/>
                </a:solidFill>
                <a:latin typeface="Abadi"/>
              </a:defRPr>
            </a:lvl1pPr>
          </a:lstStyle>
          <a:p>
            <a:pPr indent="0" algn="r" defTabSz="914400">
              <a:lnSpc>
                <a:spcPct val="100000"/>
              </a:lnSpc>
              <a:buNone/>
              <a:tabLst>
                <a:tab algn="l" pos="0"/>
              </a:tabLst>
            </a:pPr>
            <a:fld id="{95CF9A56-81CB-4699-9812-3564A65B4B79}" type="slidenum">
              <a:rPr b="0" lang="en-US" sz="1600" spc="-1" strike="noStrike">
                <a:solidFill>
                  <a:srgbClr val="1c7ddb"/>
                </a:solidFill>
                <a:latin typeface="Abadi"/>
              </a:rPr>
              <a:t>4</a:t>
            </a:fld>
            <a:endParaRPr b="0" lang="en-US" sz="1600" spc="-1" strike="noStrike">
              <a:solidFill>
                <a:srgbClr val="ffffff"/>
              </a:solidFill>
              <a:latin typeface="Times New Roman"/>
            </a:endParaRPr>
          </a:p>
        </p:txBody>
      </p:sp>
      <p:sp>
        <p:nvSpPr>
          <p:cNvPr id="71" name="TextBox 1"/>
          <p:cNvSpPr/>
          <p:nvPr/>
        </p:nvSpPr>
        <p:spPr>
          <a:xfrm>
            <a:off x="717120" y="2812680"/>
            <a:ext cx="1154880" cy="363960"/>
          </a:xfrm>
          <a:prstGeom prst="rect">
            <a:avLst/>
          </a:prstGeom>
          <a:solidFill>
            <a:srgbClr val="0948cb"/>
          </a:solidFill>
          <a:ln w="0">
            <a:noFill/>
          </a:ln>
        </p:spPr>
        <p:style>
          <a:lnRef idx="0"/>
          <a:fillRef idx="0"/>
          <a:effectRef idx="0"/>
          <a:fontRef idx="minor"/>
        </p:style>
        <p:txBody>
          <a:bodyPr wrap="none" lIns="90000" rIns="90000" tIns="45000" bIns="45000" anchor="t">
            <a:spAutoFit/>
          </a:bodyPr>
          <a:p>
            <a:pPr defTabSz="914400">
              <a:lnSpc>
                <a:spcPct val="100000"/>
              </a:lnSpc>
            </a:pPr>
            <a:r>
              <a:rPr b="0" lang="en-US" sz="1800" spc="-1" strike="noStrike">
                <a:solidFill>
                  <a:schemeClr val="lt1"/>
                </a:solidFill>
                <a:latin typeface="Calibri"/>
              </a:rPr>
              <a:t>Section 1</a:t>
            </a:r>
            <a:endParaRPr b="0" lang="en-US"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72" name="Content Placeholder 2"/>
          <p:cNvSpPr/>
          <p:nvPr/>
        </p:nvSpPr>
        <p:spPr>
          <a:xfrm>
            <a:off x="770040" y="1580760"/>
            <a:ext cx="10104120" cy="5211000"/>
          </a:xfrm>
          <a:prstGeom prst="rect">
            <a:avLst/>
          </a:prstGeom>
          <a:noFill/>
          <a:ln w="0">
            <a:noFill/>
          </a:ln>
        </p:spPr>
        <p:style>
          <a:lnRef idx="0"/>
          <a:fillRef idx="0"/>
          <a:effectRef idx="0"/>
          <a:fontRef idx="minor"/>
        </p:style>
        <p:txBody>
          <a:bodyPr lIns="90000" rIns="90000" tIns="45000" bIns="45000" anchor="t">
            <a:normAutofit fontScale="26111"/>
          </a:bodyPr>
          <a:p>
            <a:pPr defTabSz="914400">
              <a:lnSpc>
                <a:spcPct val="120000"/>
              </a:lnSpc>
              <a:spcBef>
                <a:spcPts val="1400"/>
              </a:spcBef>
              <a:tabLst>
                <a:tab algn="l" pos="0"/>
              </a:tabLst>
            </a:pPr>
            <a:r>
              <a:rPr b="0" lang="en-US" sz="8800" spc="-1" strike="noStrike">
                <a:solidFill>
                  <a:srgbClr val="0b49cb"/>
                </a:solidFill>
                <a:latin typeface="Abadi"/>
              </a:rPr>
              <a:t>Executive Summary</a:t>
            </a:r>
            <a:endParaRPr b="0" lang="en-US" sz="8800" spc="-1" strike="noStrike">
              <a:solidFill>
                <a:srgbClr val="000000"/>
              </a:solidFill>
              <a:latin typeface="Arial"/>
            </a:endParaRPr>
          </a:p>
          <a:p>
            <a:pPr marL="228600" indent="-228600" defTabSz="914400">
              <a:lnSpc>
                <a:spcPct val="120000"/>
              </a:lnSpc>
              <a:spcBef>
                <a:spcPts val="1400"/>
              </a:spcBef>
              <a:buClr>
                <a:srgbClr val="292929"/>
              </a:buClr>
              <a:buFont typeface="Arial"/>
              <a:buChar char="•"/>
              <a:tabLst>
                <a:tab algn="l" pos="0"/>
              </a:tabLst>
            </a:pPr>
            <a:r>
              <a:rPr b="0" lang="en-US" sz="8800" spc="-1" strike="noStrike">
                <a:solidFill>
                  <a:schemeClr val="accent3">
                    <a:lumMod val="25000"/>
                  </a:schemeClr>
                </a:solidFill>
                <a:latin typeface="Abadi"/>
              </a:rPr>
              <a:t>Data collection methodology:</a:t>
            </a:r>
            <a:endParaRPr b="0" lang="en-US" sz="8800" spc="-1" strike="noStrike">
              <a:solidFill>
                <a:srgbClr val="000000"/>
              </a:solidFill>
              <a:latin typeface="Arial"/>
            </a:endParaRPr>
          </a:p>
          <a:p>
            <a:pPr lvl="1" marL="685800" indent="-228600" defTabSz="914400">
              <a:lnSpc>
                <a:spcPct val="120000"/>
              </a:lnSpc>
              <a:spcBef>
                <a:spcPts val="1400"/>
              </a:spcBef>
              <a:buClr>
                <a:srgbClr val="767171"/>
              </a:buClr>
              <a:buFont typeface="Arial"/>
              <a:buChar char="•"/>
              <a:tabLst>
                <a:tab algn="l" pos="0"/>
              </a:tabLst>
            </a:pPr>
            <a:r>
              <a:rPr b="0" lang="en-US" sz="7600" spc="-1" strike="noStrike">
                <a:solidFill>
                  <a:schemeClr val="lt2">
                    <a:lumMod val="50000"/>
                  </a:schemeClr>
                </a:solidFill>
                <a:latin typeface="Abadi"/>
              </a:rPr>
              <a:t>Describe how data was collected </a:t>
            </a:r>
            <a:endParaRPr b="0" lang="en-US" sz="7600" spc="-1" strike="noStrike">
              <a:solidFill>
                <a:srgbClr val="000000"/>
              </a:solidFill>
              <a:latin typeface="Arial"/>
            </a:endParaRPr>
          </a:p>
          <a:p>
            <a:pPr marL="228600" indent="-228600" defTabSz="914400">
              <a:lnSpc>
                <a:spcPct val="120000"/>
              </a:lnSpc>
              <a:spcBef>
                <a:spcPts val="1400"/>
              </a:spcBef>
              <a:buClr>
                <a:srgbClr val="292929"/>
              </a:buClr>
              <a:buFont typeface="Arial"/>
              <a:buChar char="•"/>
              <a:tabLst>
                <a:tab algn="l" pos="0"/>
              </a:tabLst>
            </a:pPr>
            <a:r>
              <a:rPr b="0" lang="en-US" sz="8800" spc="-1" strike="noStrike">
                <a:solidFill>
                  <a:schemeClr val="accent3">
                    <a:lumMod val="25000"/>
                  </a:schemeClr>
                </a:solidFill>
                <a:latin typeface="Abadi"/>
              </a:rPr>
              <a:t>Perform data wrangling</a:t>
            </a:r>
            <a:endParaRPr b="0" lang="en-US" sz="8800" spc="-1" strike="noStrike">
              <a:solidFill>
                <a:srgbClr val="000000"/>
              </a:solidFill>
              <a:latin typeface="Arial"/>
            </a:endParaRPr>
          </a:p>
          <a:p>
            <a:pPr lvl="1" marL="685800" indent="-228600" defTabSz="914400">
              <a:lnSpc>
                <a:spcPct val="120000"/>
              </a:lnSpc>
              <a:spcBef>
                <a:spcPts val="1400"/>
              </a:spcBef>
              <a:buClr>
                <a:srgbClr val="767171"/>
              </a:buClr>
              <a:buFont typeface="Arial"/>
              <a:buChar char="•"/>
              <a:tabLst>
                <a:tab algn="l" pos="0"/>
              </a:tabLst>
            </a:pPr>
            <a:r>
              <a:rPr b="0" lang="en-US" sz="7600" spc="-1" strike="noStrike">
                <a:solidFill>
                  <a:schemeClr val="lt2">
                    <a:lumMod val="50000"/>
                  </a:schemeClr>
                </a:solidFill>
                <a:latin typeface="Abadi"/>
              </a:rPr>
              <a:t>Describe how data was processed</a:t>
            </a:r>
            <a:endParaRPr b="0" lang="en-US" sz="7600" spc="-1" strike="noStrike">
              <a:solidFill>
                <a:srgbClr val="000000"/>
              </a:solidFill>
              <a:latin typeface="Arial"/>
            </a:endParaRPr>
          </a:p>
          <a:p>
            <a:pPr marL="228600" indent="-228600" defTabSz="914400">
              <a:lnSpc>
                <a:spcPct val="120000"/>
              </a:lnSpc>
              <a:spcBef>
                <a:spcPts val="1400"/>
              </a:spcBef>
              <a:buClr>
                <a:srgbClr val="292929"/>
              </a:buClr>
              <a:buFont typeface="Arial"/>
              <a:buChar char="•"/>
              <a:tabLst>
                <a:tab algn="l" pos="0"/>
              </a:tabLst>
            </a:pPr>
            <a:r>
              <a:rPr b="0" lang="en-US" sz="8800" spc="-1" strike="noStrike">
                <a:solidFill>
                  <a:schemeClr val="accent3">
                    <a:lumMod val="25000"/>
                  </a:schemeClr>
                </a:solidFill>
                <a:latin typeface="Abadi"/>
              </a:rPr>
              <a:t>Perform exploratory data analysis (EDA) using visualization and SQL</a:t>
            </a:r>
            <a:endParaRPr b="0" lang="en-US" sz="8800" spc="-1" strike="noStrike">
              <a:solidFill>
                <a:srgbClr val="000000"/>
              </a:solidFill>
              <a:latin typeface="Arial"/>
            </a:endParaRPr>
          </a:p>
          <a:p>
            <a:pPr marL="228600" indent="-228600" defTabSz="914400">
              <a:lnSpc>
                <a:spcPct val="120000"/>
              </a:lnSpc>
              <a:spcBef>
                <a:spcPts val="1400"/>
              </a:spcBef>
              <a:buClr>
                <a:srgbClr val="292929"/>
              </a:buClr>
              <a:buFont typeface="Arial"/>
              <a:buChar char="•"/>
              <a:tabLst>
                <a:tab algn="l" pos="0"/>
              </a:tabLst>
            </a:pPr>
            <a:r>
              <a:rPr b="0" lang="en-US" sz="8800" spc="-1" strike="noStrike">
                <a:solidFill>
                  <a:schemeClr val="accent3">
                    <a:lumMod val="25000"/>
                  </a:schemeClr>
                </a:solidFill>
                <a:latin typeface="Abadi"/>
              </a:rPr>
              <a:t>Perform interactive visual analytics using Folium and Plotly Dash</a:t>
            </a:r>
            <a:endParaRPr b="0" lang="en-US" sz="8800" spc="-1" strike="noStrike">
              <a:solidFill>
                <a:srgbClr val="000000"/>
              </a:solidFill>
              <a:latin typeface="Arial"/>
            </a:endParaRPr>
          </a:p>
          <a:p>
            <a:pPr marL="228600" indent="-228600" defTabSz="914400">
              <a:lnSpc>
                <a:spcPct val="120000"/>
              </a:lnSpc>
              <a:spcBef>
                <a:spcPts val="1400"/>
              </a:spcBef>
              <a:buClr>
                <a:srgbClr val="292929"/>
              </a:buClr>
              <a:buFont typeface="Arial"/>
              <a:buChar char="•"/>
              <a:tabLst>
                <a:tab algn="l" pos="0"/>
              </a:tabLst>
            </a:pPr>
            <a:r>
              <a:rPr b="0" lang="en-US" sz="8800" spc="-1" strike="noStrike">
                <a:solidFill>
                  <a:schemeClr val="accent3">
                    <a:lumMod val="25000"/>
                  </a:schemeClr>
                </a:solidFill>
                <a:latin typeface="Abadi"/>
              </a:rPr>
              <a:t>Perform predictive analysis using classification models</a:t>
            </a:r>
            <a:endParaRPr b="0" lang="en-US" sz="8800" spc="-1" strike="noStrike">
              <a:solidFill>
                <a:srgbClr val="000000"/>
              </a:solidFill>
              <a:latin typeface="Arial"/>
            </a:endParaRPr>
          </a:p>
          <a:p>
            <a:pPr lvl="1" marL="685800" indent="-228600" defTabSz="914400">
              <a:lnSpc>
                <a:spcPct val="120000"/>
              </a:lnSpc>
              <a:spcBef>
                <a:spcPts val="1400"/>
              </a:spcBef>
              <a:buClr>
                <a:srgbClr val="767171"/>
              </a:buClr>
              <a:buFont typeface="Arial"/>
              <a:buChar char="•"/>
              <a:tabLst>
                <a:tab algn="l" pos="0"/>
              </a:tabLst>
            </a:pPr>
            <a:r>
              <a:rPr b="0" lang="en-US" sz="7600" spc="-1" strike="noStrike">
                <a:solidFill>
                  <a:schemeClr val="lt2">
                    <a:lumMod val="50000"/>
                  </a:schemeClr>
                </a:solidFill>
                <a:latin typeface="Abadi"/>
              </a:rPr>
              <a:t>How to build, tune, evaluate classification models</a:t>
            </a:r>
            <a:endParaRPr b="0" lang="en-US" sz="7600" spc="-1" strike="noStrike">
              <a:solidFill>
                <a:srgbClr val="000000"/>
              </a:solidFill>
              <a:latin typeface="Arial"/>
            </a:endParaRPr>
          </a:p>
          <a:p>
            <a:pPr defTabSz="914400">
              <a:lnSpc>
                <a:spcPct val="120000"/>
              </a:lnSpc>
              <a:spcBef>
                <a:spcPts val="1400"/>
              </a:spcBef>
              <a:tabLst>
                <a:tab algn="l" pos="0"/>
              </a:tabLst>
            </a:pPr>
            <a:endParaRPr b="0" lang="en-US" sz="8800" spc="-1" strike="noStrike">
              <a:solidFill>
                <a:srgbClr val="000000"/>
              </a:solidFill>
              <a:latin typeface="Arial"/>
            </a:endParaRPr>
          </a:p>
          <a:p>
            <a:pPr defTabSz="914400">
              <a:lnSpc>
                <a:spcPct val="100000"/>
              </a:lnSpc>
              <a:spcBef>
                <a:spcPts val="1400"/>
              </a:spcBef>
              <a:tabLst>
                <a:tab algn="l" pos="0"/>
              </a:tabLst>
            </a:pPr>
            <a:endParaRPr b="0" lang="en-US" sz="2200" spc="-1" strike="noStrike">
              <a:solidFill>
                <a:srgbClr val="000000"/>
              </a:solidFill>
              <a:latin typeface="Arial"/>
            </a:endParaRPr>
          </a:p>
          <a:p>
            <a:pPr defTabSz="914400">
              <a:lnSpc>
                <a:spcPct val="100000"/>
              </a:lnSpc>
              <a:spcBef>
                <a:spcPts val="1400"/>
              </a:spcBef>
              <a:tabLst>
                <a:tab algn="l" pos="0"/>
              </a:tabLst>
            </a:pPr>
            <a:endParaRPr b="0" lang="en-US" sz="2200" spc="-1" strike="noStrike">
              <a:solidFill>
                <a:srgbClr val="000000"/>
              </a:solidFill>
              <a:latin typeface="Arial"/>
            </a:endParaRPr>
          </a:p>
          <a:p>
            <a:pPr defTabSz="914400">
              <a:lnSpc>
                <a:spcPct val="100000"/>
              </a:lnSpc>
              <a:spcBef>
                <a:spcPts val="1400"/>
              </a:spcBef>
              <a:tabLst>
                <a:tab algn="l" pos="0"/>
              </a:tabLst>
            </a:pPr>
            <a:endParaRPr b="0" lang="en-US" sz="2200" spc="-1" strike="noStrike">
              <a:solidFill>
                <a:srgbClr val="000000"/>
              </a:solidFill>
              <a:latin typeface="Arial"/>
            </a:endParaRPr>
          </a:p>
          <a:p>
            <a:pPr defTabSz="914400">
              <a:lnSpc>
                <a:spcPct val="100000"/>
              </a:lnSpc>
              <a:spcBef>
                <a:spcPts val="1400"/>
              </a:spcBef>
              <a:tabLst>
                <a:tab algn="l" pos="0"/>
              </a:tabLst>
            </a:pPr>
            <a:endParaRPr b="0" lang="en-US" sz="2200" spc="-1" strike="noStrike">
              <a:solidFill>
                <a:srgbClr val="000000"/>
              </a:solidFill>
              <a:latin typeface="Arial"/>
            </a:endParaRPr>
          </a:p>
        </p:txBody>
      </p:sp>
      <p:sp>
        <p:nvSpPr>
          <p:cNvPr id="73" name="Title 1"/>
          <p:cNvSpPr/>
          <p:nvPr/>
        </p:nvSpPr>
        <p:spPr>
          <a:xfrm>
            <a:off x="770040" y="538560"/>
            <a:ext cx="10514880" cy="548280"/>
          </a:xfrm>
          <a:prstGeom prst="rect">
            <a:avLst/>
          </a:prstGeom>
          <a:noFill/>
          <a:ln w="0">
            <a:noFill/>
          </a:ln>
        </p:spPr>
        <p:style>
          <a:lnRef idx="0"/>
          <a:fillRef idx="0"/>
          <a:effectRef idx="0"/>
          <a:fontRef idx="minor"/>
        </p:style>
        <p:txBody>
          <a:bodyPr lIns="90000" rIns="90000" tIns="45000" bIns="45000" anchor="ctr">
            <a:normAutofit fontScale="83888"/>
          </a:bodyPr>
          <a:p>
            <a:pPr defTabSz="914400">
              <a:lnSpc>
                <a:spcPct val="90000"/>
              </a:lnSpc>
            </a:pPr>
            <a:r>
              <a:rPr b="0" lang="en-US" sz="4000" spc="-1" strike="noStrike">
                <a:solidFill>
                  <a:srgbClr val="0b49cb"/>
                </a:solidFill>
                <a:latin typeface="Abadi"/>
                <a:ea typeface="IBM Plex Mono SemiBold"/>
              </a:rPr>
              <a:t>Methodology</a:t>
            </a:r>
            <a:endParaRPr b="0" lang="en-US" sz="4000" spc="-1" strike="noStrike">
              <a:solidFill>
                <a:srgbClr val="000000"/>
              </a:solidFill>
              <a:latin typeface="Arial"/>
            </a:endParaRPr>
          </a:p>
        </p:txBody>
      </p:sp>
      <p:sp>
        <p:nvSpPr>
          <p:cNvPr id="2" name="PlaceHolder 1"/>
          <p:cNvSpPr>
            <a:spLocks noGrp="1"/>
          </p:cNvSpPr>
          <p:nvPr>
            <p:ph type="sldNum" idx="1"/>
          </p:nvPr>
        </p:nvSpPr>
        <p:spPr/>
        <p:txBody>
          <a:bodyPr/>
          <a:p>
            <a:fld id="{5009C2F9-99F8-438D-AA25-34A84941911F}" type="slidenum">
              <a:t>6</a:t>
            </a:fld>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74" name="PlaceHolder 1"/>
          <p:cNvSpPr>
            <a:spLocks noGrp="1"/>
          </p:cNvSpPr>
          <p:nvPr>
            <p:ph/>
          </p:nvPr>
        </p:nvSpPr>
        <p:spPr>
          <a:xfrm>
            <a:off x="770040" y="1825560"/>
            <a:ext cx="10514880" cy="4350600"/>
          </a:xfrm>
          <a:prstGeom prst="rect">
            <a:avLst/>
          </a:prstGeom>
          <a:noFill/>
          <a:ln w="0">
            <a:noFill/>
          </a:ln>
        </p:spPr>
        <p:txBody>
          <a:bodyPr lIns="90000" rIns="90000" tIns="45000" bIns="45000" anchor="t">
            <a:noAutofit/>
          </a:bodyPr>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ea typeface="Noto Sans CJK SC"/>
              </a:rPr>
              <a:t>Data set was collected using API connection. The sites that where scrapped where Wikipedia and  API using get requests.get(). The HTML data was then cleaned with beautifullsoupe  library. The data was then saved in a csv file for later use.</a:t>
            </a:r>
            <a:endParaRPr b="0" lang="en-US" sz="2200" spc="-1" strike="noStrike">
              <a:solidFill>
                <a:srgbClr val="000000"/>
              </a:solidFill>
              <a:latin typeface="Arial"/>
            </a:endParaRPr>
          </a:p>
          <a:p>
            <a:pPr indent="0" defTabSz="914400">
              <a:lnSpc>
                <a:spcPct val="100000"/>
              </a:lnSpc>
              <a:buNone/>
              <a:tabLst>
                <a:tab algn="l" pos="0"/>
              </a:tabLst>
            </a:pPr>
            <a:endParaRPr b="0" lang="en-US" sz="1800" spc="-1" strike="noStrike">
              <a:solidFill>
                <a:srgbClr val="000000"/>
              </a:solidFill>
              <a:latin typeface="Arial"/>
            </a:endParaRPr>
          </a:p>
        </p:txBody>
      </p:sp>
      <p:sp>
        <p:nvSpPr>
          <p:cNvPr id="75" name="Title 1"/>
          <p:cNvSpPr/>
          <p:nvPr/>
        </p:nvSpPr>
        <p:spPr>
          <a:xfrm>
            <a:off x="770040" y="538560"/>
            <a:ext cx="10514880" cy="548280"/>
          </a:xfrm>
          <a:prstGeom prst="rect">
            <a:avLst/>
          </a:prstGeom>
          <a:noFill/>
          <a:ln w="0">
            <a:noFill/>
          </a:ln>
        </p:spPr>
        <p:style>
          <a:lnRef idx="0"/>
          <a:fillRef idx="0"/>
          <a:effectRef idx="0"/>
          <a:fontRef idx="minor"/>
        </p:style>
        <p:txBody>
          <a:bodyPr lIns="90000" rIns="90000" tIns="45000" bIns="45000" anchor="ctr">
            <a:normAutofit fontScale="83888"/>
          </a:bodyPr>
          <a:p>
            <a:pPr defTabSz="914400">
              <a:lnSpc>
                <a:spcPct val="90000"/>
              </a:lnSpc>
            </a:pPr>
            <a:r>
              <a:rPr b="0" lang="en-US" sz="4000" spc="-1" strike="noStrike">
                <a:solidFill>
                  <a:srgbClr val="0b49cb"/>
                </a:solidFill>
                <a:latin typeface="Abadi"/>
                <a:ea typeface="IBM Plex Mono SemiBold"/>
              </a:rPr>
              <a:t>Data Collection</a:t>
            </a:r>
            <a:endParaRPr b="0" lang="en-US" sz="4000" spc="-1" strike="noStrike">
              <a:solidFill>
                <a:srgbClr val="000000"/>
              </a:solidFill>
              <a:latin typeface="Arial"/>
            </a:endParaRPr>
          </a:p>
        </p:txBody>
      </p:sp>
      <p:sp>
        <p:nvSpPr>
          <p:cNvPr id="3" name="PlaceHolder 2"/>
          <p:cNvSpPr>
            <a:spLocks noGrp="1"/>
          </p:cNvSpPr>
          <p:nvPr>
            <p:ph type="sldNum" idx="1"/>
          </p:nvPr>
        </p:nvSpPr>
        <p:spPr/>
        <p:txBody>
          <a:bodyPr/>
          <a:p>
            <a:fld id="{158068AB-F3AF-49EF-BC82-1525614996A9}" type="slidenum">
              <a:t>7</a:t>
            </a:fld>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76" name="PlaceHolder 1"/>
          <p:cNvSpPr>
            <a:spLocks noGrp="1"/>
          </p:cNvSpPr>
          <p:nvPr>
            <p:ph/>
          </p:nvPr>
        </p:nvSpPr>
        <p:spPr>
          <a:xfrm>
            <a:off x="5910120" y="1792440"/>
            <a:ext cx="5460120" cy="4206240"/>
          </a:xfrm>
          <a:prstGeom prst="rect">
            <a:avLst/>
          </a:prstGeom>
          <a:noFill/>
          <a:ln w="0">
            <a:solidFill>
              <a:srgbClr val="0b49cb"/>
            </a:solidFill>
            <a:prstDash val="dash"/>
          </a:ln>
        </p:spPr>
        <p:txBody>
          <a:bodyPr lIns="91440" rIns="91440" tIns="45720" bIns="45720" anchor="t">
            <a:normAutofit/>
          </a:bodyPr>
          <a:p>
            <a:pPr indent="0" defTabSz="914400">
              <a:lnSpc>
                <a:spcPct val="100000"/>
              </a:lnSpc>
              <a:buNone/>
              <a:tabLst>
                <a:tab algn="l" pos="0"/>
              </a:tabLst>
            </a:pPr>
            <a:endParaRPr b="0" lang="en-US" sz="2200" spc="-1" strike="noStrike">
              <a:solidFill>
                <a:srgbClr val="000000"/>
              </a:solidFill>
              <a:latin typeface="Arial"/>
            </a:endParaRPr>
          </a:p>
          <a:p>
            <a:pPr indent="0" defTabSz="914400">
              <a:lnSpc>
                <a:spcPct val="100000"/>
              </a:lnSpc>
              <a:buNone/>
              <a:tabLst>
                <a:tab algn="l" pos="0"/>
              </a:tabLst>
            </a:pPr>
            <a:endParaRPr b="0" lang="en-US" sz="2200" spc="-1" strike="noStrike">
              <a:solidFill>
                <a:srgbClr val="000000"/>
              </a:solidFill>
              <a:latin typeface="Arial"/>
            </a:endParaRPr>
          </a:p>
          <a:p>
            <a:pPr indent="0" defTabSz="914400">
              <a:lnSpc>
                <a:spcPct val="100000"/>
              </a:lnSpc>
              <a:buNone/>
              <a:tabLst>
                <a:tab algn="l" pos="0"/>
              </a:tabLst>
            </a:pPr>
            <a:endParaRPr b="0" lang="en-US" sz="2200" spc="-1" strike="noStrike">
              <a:solidFill>
                <a:srgbClr val="000000"/>
              </a:solidFill>
              <a:latin typeface="Arial"/>
            </a:endParaRPr>
          </a:p>
          <a:p>
            <a:pPr indent="0" defTabSz="914400">
              <a:lnSpc>
                <a:spcPct val="100000"/>
              </a:lnSpc>
              <a:buNone/>
              <a:tabLst>
                <a:tab algn="l" pos="0"/>
              </a:tabLst>
            </a:pPr>
            <a:endParaRPr b="0" lang="en-US" sz="2200" spc="-1" strike="noStrike">
              <a:solidFill>
                <a:srgbClr val="000000"/>
              </a:solidFill>
              <a:latin typeface="Arial"/>
            </a:endParaRPr>
          </a:p>
          <a:p>
            <a:pPr indent="0" defTabSz="914400">
              <a:lnSpc>
                <a:spcPct val="100000"/>
              </a:lnSpc>
              <a:buNone/>
              <a:tabLst>
                <a:tab algn="l" pos="0"/>
              </a:tabLst>
            </a:pPr>
            <a:endParaRPr b="0" lang="en-US" sz="2200" spc="-1" strike="noStrike">
              <a:solidFill>
                <a:srgbClr val="000000"/>
              </a:solidFill>
              <a:latin typeface="Arial"/>
            </a:endParaRPr>
          </a:p>
        </p:txBody>
      </p:sp>
      <p:sp>
        <p:nvSpPr>
          <p:cNvPr id="77" name="PlaceHolder 2"/>
          <p:cNvSpPr>
            <a:spLocks noGrp="1"/>
          </p:cNvSpPr>
          <p:nvPr>
            <p:ph/>
          </p:nvPr>
        </p:nvSpPr>
        <p:spPr>
          <a:xfrm>
            <a:off x="820800" y="1800360"/>
            <a:ext cx="4639680" cy="4225320"/>
          </a:xfrm>
          <a:prstGeom prst="rect">
            <a:avLst/>
          </a:prstGeom>
          <a:noFill/>
          <a:ln w="0">
            <a:noFill/>
          </a:ln>
        </p:spPr>
        <p:txBody>
          <a:bodyPr lIns="91440" rIns="91440" tIns="45720" bIns="45720" anchor="t">
            <a:normAutofit fontScale="89999"/>
          </a:bodyPr>
          <a:p>
            <a:pPr marL="228600" indent="-228600" defTabSz="914400">
              <a:lnSpc>
                <a:spcPct val="100000"/>
              </a:lnSpc>
              <a:spcBef>
                <a:spcPts val="1400"/>
              </a:spcBef>
              <a:buClr>
                <a:srgbClr val="292929"/>
              </a:buClr>
              <a:buFont typeface="Arial"/>
              <a:buChar char="•"/>
            </a:pPr>
            <a:r>
              <a:rPr b="0" lang="en-US" sz="2200" spc="-1" strike="noStrike">
                <a:solidFill>
                  <a:schemeClr val="accent3">
                    <a:lumMod val="25000"/>
                  </a:schemeClr>
                </a:solidFill>
                <a:latin typeface="Abadi"/>
              </a:rPr>
              <a:t>Web page was accesed using an API key</a:t>
            </a:r>
            <a:endParaRPr b="0" lang="en-US" sz="2200" spc="-1" strike="noStrike">
              <a:solidFill>
                <a:srgbClr val="000000"/>
              </a:solidFill>
              <a:latin typeface="Arial"/>
            </a:endParaRPr>
          </a:p>
          <a:p>
            <a:pPr marL="228600" indent="-228600" defTabSz="914400">
              <a:lnSpc>
                <a:spcPct val="100000"/>
              </a:lnSpc>
              <a:spcBef>
                <a:spcPts val="1400"/>
              </a:spcBef>
              <a:buClr>
                <a:srgbClr val="292929"/>
              </a:buClr>
              <a:buFont typeface="Arial"/>
              <a:buChar char="•"/>
            </a:pPr>
            <a:r>
              <a:rPr b="0" lang="en-US" sz="2200" spc="-1" strike="noStrike">
                <a:solidFill>
                  <a:schemeClr val="accent3">
                    <a:lumMod val="25000"/>
                  </a:schemeClr>
                </a:solidFill>
                <a:latin typeface="Abadi"/>
              </a:rPr>
              <a:t>Data was transferred to DataFrame</a:t>
            </a:r>
            <a:endParaRPr b="0" lang="en-US" sz="2200" spc="-1" strike="noStrike">
              <a:solidFill>
                <a:srgbClr val="000000"/>
              </a:solidFill>
              <a:latin typeface="Arial"/>
            </a:endParaRPr>
          </a:p>
          <a:p>
            <a:pPr marL="228600" indent="-228600" defTabSz="914400">
              <a:lnSpc>
                <a:spcPct val="100000"/>
              </a:lnSpc>
              <a:spcBef>
                <a:spcPts val="1400"/>
              </a:spcBef>
              <a:buClr>
                <a:srgbClr val="292929"/>
              </a:buClr>
              <a:buFont typeface="Arial"/>
              <a:buChar char="•"/>
            </a:pPr>
            <a:r>
              <a:rPr b="0" lang="en-US" sz="2200" spc="-1" strike="noStrike">
                <a:solidFill>
                  <a:schemeClr val="accent3">
                    <a:lumMod val="25000"/>
                  </a:schemeClr>
                </a:solidFill>
                <a:latin typeface="Abadi"/>
              </a:rPr>
              <a:t>Data was cleaned using Beautiful Soup</a:t>
            </a:r>
            <a:endParaRPr b="0" lang="en-US" sz="2200" spc="-1" strike="noStrike">
              <a:solidFill>
                <a:srgbClr val="000000"/>
              </a:solidFill>
              <a:latin typeface="Arial"/>
            </a:endParaRPr>
          </a:p>
          <a:p>
            <a:pPr marL="228600" indent="-228600" defTabSz="914400">
              <a:lnSpc>
                <a:spcPct val="100000"/>
              </a:lnSpc>
              <a:spcBef>
                <a:spcPts val="1400"/>
              </a:spcBef>
              <a:buClr>
                <a:srgbClr val="292929"/>
              </a:buClr>
              <a:buFont typeface="Arial"/>
              <a:buChar char="•"/>
            </a:pPr>
            <a:r>
              <a:rPr b="0" lang="en-US" sz="2200" spc="-1" strike="noStrike">
                <a:solidFill>
                  <a:schemeClr val="accent3">
                    <a:lumMod val="25000"/>
                  </a:schemeClr>
                </a:solidFill>
                <a:latin typeface="Abadi"/>
              </a:rPr>
              <a:t>Data was saved using csv file for later use</a:t>
            </a:r>
            <a:endParaRPr b="0" lang="en-US" sz="2200" spc="-1" strike="noStrike">
              <a:solidFill>
                <a:srgbClr val="000000"/>
              </a:solidFill>
              <a:latin typeface="Arial"/>
            </a:endParaRPr>
          </a:p>
          <a:p>
            <a:pPr marL="228600" indent="-228600" defTabSz="914400">
              <a:lnSpc>
                <a:spcPct val="100000"/>
              </a:lnSpc>
              <a:spcBef>
                <a:spcPts val="1400"/>
              </a:spcBef>
              <a:buClr>
                <a:srgbClr val="292929"/>
              </a:buClr>
              <a:buFont typeface="Arial"/>
              <a:buChar char="•"/>
            </a:pPr>
            <a:r>
              <a:rPr b="0" lang="en-US" sz="2200" spc="-1" strike="noStrike">
                <a:solidFill>
                  <a:schemeClr val="dk1"/>
                </a:solidFill>
                <a:latin typeface="Abadi"/>
              </a:rPr>
              <a:t>https://github.com/franoRihter/data_science_theory/blob/main/10_Applied_Data_Science_Capstone/jupyter-labs-webscraping.ipynb</a:t>
            </a:r>
            <a:endParaRPr b="0" lang="en-US" sz="2200" spc="-1" strike="noStrike">
              <a:solidFill>
                <a:srgbClr val="000000"/>
              </a:solidFill>
              <a:latin typeface="Arial"/>
            </a:endParaRPr>
          </a:p>
        </p:txBody>
      </p:sp>
      <p:sp>
        <p:nvSpPr>
          <p:cNvPr id="78" name="Title 1"/>
          <p:cNvSpPr/>
          <p:nvPr/>
        </p:nvSpPr>
        <p:spPr>
          <a:xfrm>
            <a:off x="770040" y="538560"/>
            <a:ext cx="10514880" cy="548280"/>
          </a:xfrm>
          <a:prstGeom prst="rect">
            <a:avLst/>
          </a:prstGeom>
          <a:noFill/>
          <a:ln w="0">
            <a:noFill/>
          </a:ln>
        </p:spPr>
        <p:style>
          <a:lnRef idx="0"/>
          <a:fillRef idx="0"/>
          <a:effectRef idx="0"/>
          <a:fontRef idx="minor"/>
        </p:style>
        <p:txBody>
          <a:bodyPr lIns="90000" rIns="90000" tIns="45000" bIns="45000" anchor="ctr">
            <a:normAutofit fontScale="83888"/>
          </a:bodyPr>
          <a:p>
            <a:pPr defTabSz="914400">
              <a:lnSpc>
                <a:spcPct val="90000"/>
              </a:lnSpc>
            </a:pPr>
            <a:r>
              <a:rPr b="0" lang="en-US" sz="4000" spc="-1" strike="noStrike">
                <a:solidFill>
                  <a:srgbClr val="0b49cb"/>
                </a:solidFill>
                <a:latin typeface="Abadi"/>
                <a:ea typeface="IBM Plex Mono SemiBold"/>
              </a:rPr>
              <a:t>Data Collection – SpaceX API</a:t>
            </a:r>
            <a:endParaRPr b="0" lang="en-US" sz="4000" spc="-1" strike="noStrike">
              <a:solidFill>
                <a:srgbClr val="000000"/>
              </a:solidFill>
              <a:latin typeface="Arial"/>
            </a:endParaRPr>
          </a:p>
        </p:txBody>
      </p:sp>
      <p:pic>
        <p:nvPicPr>
          <p:cNvPr id="79" name="" descr=""/>
          <p:cNvPicPr/>
          <p:nvPr/>
        </p:nvPicPr>
        <p:blipFill>
          <a:blip r:embed="rId2"/>
          <a:stretch/>
        </p:blipFill>
        <p:spPr>
          <a:xfrm>
            <a:off x="7772400" y="1531080"/>
            <a:ext cx="1704240" cy="4641120"/>
          </a:xfrm>
          <a:prstGeom prst="rect">
            <a:avLst/>
          </a:prstGeom>
          <a:ln w="0">
            <a:noFill/>
          </a:ln>
        </p:spPr>
      </p:pic>
      <p:sp>
        <p:nvSpPr>
          <p:cNvPr id="4" name="PlaceHolder 3"/>
          <p:cNvSpPr>
            <a:spLocks noGrp="1"/>
          </p:cNvSpPr>
          <p:nvPr>
            <p:ph type="sldNum" idx="1"/>
          </p:nvPr>
        </p:nvSpPr>
        <p:spPr/>
        <p:txBody>
          <a:bodyPr/>
          <a:p>
            <a:fld id="{BC509C21-4750-4A41-AD00-1CC5C94FEEE8}" type="slidenum">
              <a:t>8</a:t>
            </a:fld>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80" name="Title 1"/>
          <p:cNvSpPr/>
          <p:nvPr/>
        </p:nvSpPr>
        <p:spPr>
          <a:xfrm>
            <a:off x="770040" y="538560"/>
            <a:ext cx="10514880" cy="548280"/>
          </a:xfrm>
          <a:prstGeom prst="rect">
            <a:avLst/>
          </a:prstGeom>
          <a:noFill/>
          <a:ln w="0">
            <a:noFill/>
          </a:ln>
        </p:spPr>
        <p:style>
          <a:lnRef idx="0"/>
          <a:fillRef idx="0"/>
          <a:effectRef idx="0"/>
          <a:fontRef idx="minor"/>
        </p:style>
        <p:txBody>
          <a:bodyPr lIns="90000" rIns="90000" tIns="45000" bIns="45000" anchor="ctr">
            <a:normAutofit/>
          </a:bodyPr>
          <a:p>
            <a:pPr defTabSz="914400">
              <a:lnSpc>
                <a:spcPct val="90000"/>
              </a:lnSpc>
            </a:pPr>
            <a:endParaRPr b="0" lang="en-US" sz="4000" spc="-1" strike="noStrike">
              <a:solidFill>
                <a:srgbClr val="1c7ddb"/>
              </a:solidFill>
              <a:latin typeface="Abadi"/>
              <a:ea typeface="IBM Plex Mono SemiBold"/>
            </a:endParaRPr>
          </a:p>
        </p:txBody>
      </p:sp>
      <p:sp>
        <p:nvSpPr>
          <p:cNvPr id="81" name="Title 1"/>
          <p:cNvSpPr/>
          <p:nvPr/>
        </p:nvSpPr>
        <p:spPr>
          <a:xfrm>
            <a:off x="922320" y="691200"/>
            <a:ext cx="10514880" cy="548280"/>
          </a:xfrm>
          <a:prstGeom prst="rect">
            <a:avLst/>
          </a:prstGeom>
          <a:noFill/>
          <a:ln w="0">
            <a:noFill/>
          </a:ln>
        </p:spPr>
        <p:style>
          <a:lnRef idx="0"/>
          <a:fillRef idx="0"/>
          <a:effectRef idx="0"/>
          <a:fontRef idx="minor"/>
        </p:style>
        <p:txBody>
          <a:bodyPr lIns="90000" rIns="90000" tIns="45000" bIns="45000" anchor="ctr">
            <a:normAutofit fontScale="83888"/>
          </a:bodyPr>
          <a:p>
            <a:pPr defTabSz="914400">
              <a:lnSpc>
                <a:spcPct val="90000"/>
              </a:lnSpc>
            </a:pPr>
            <a:r>
              <a:rPr b="0" lang="en-US" sz="4000" spc="-1" strike="noStrike">
                <a:solidFill>
                  <a:srgbClr val="0b49cb"/>
                </a:solidFill>
                <a:latin typeface="Abadi"/>
                <a:ea typeface="IBM Plex Mono SemiBold"/>
              </a:rPr>
              <a:t>Data Collection - Scraping</a:t>
            </a:r>
            <a:endParaRPr b="0" lang="en-US" sz="4000" spc="-1" strike="noStrike">
              <a:solidFill>
                <a:srgbClr val="000000"/>
              </a:solidFill>
              <a:latin typeface="Arial"/>
            </a:endParaRPr>
          </a:p>
        </p:txBody>
      </p:sp>
      <p:sp>
        <p:nvSpPr>
          <p:cNvPr id="82" name="Content Placeholder 4"/>
          <p:cNvSpPr/>
          <p:nvPr/>
        </p:nvSpPr>
        <p:spPr>
          <a:xfrm>
            <a:off x="5910120" y="1792440"/>
            <a:ext cx="5460120" cy="4206240"/>
          </a:xfrm>
          <a:prstGeom prst="rect">
            <a:avLst/>
          </a:prstGeom>
          <a:noFill/>
          <a:ln w="0">
            <a:solidFill>
              <a:srgbClr val="0b49cb"/>
            </a:solidFill>
            <a:prstDash val="dash"/>
          </a:ln>
        </p:spPr>
        <p:style>
          <a:lnRef idx="0"/>
          <a:fillRef idx="0"/>
          <a:effectRef idx="0"/>
          <a:fontRef idx="minor"/>
        </p:style>
        <p:txBody>
          <a:bodyPr lIns="90000" rIns="90000" tIns="45000" bIns="45000" anchor="t">
            <a:normAutofit/>
          </a:bodyPr>
          <a:p>
            <a:pPr defTabSz="914400">
              <a:lnSpc>
                <a:spcPct val="90000"/>
              </a:lnSpc>
              <a:spcBef>
                <a:spcPts val="1001"/>
              </a:spcBef>
              <a:tabLst>
                <a:tab algn="l" pos="0"/>
              </a:tabLst>
            </a:pPr>
            <a:endParaRPr b="0" lang="en-US" sz="2200" spc="-1" strike="noStrike">
              <a:solidFill>
                <a:srgbClr val="000000"/>
              </a:solidFill>
              <a:latin typeface="Arial"/>
            </a:endParaRPr>
          </a:p>
          <a:p>
            <a:pPr defTabSz="914400">
              <a:lnSpc>
                <a:spcPct val="90000"/>
              </a:lnSpc>
              <a:spcBef>
                <a:spcPts val="1001"/>
              </a:spcBef>
              <a:tabLst>
                <a:tab algn="l" pos="0"/>
              </a:tabLst>
            </a:pPr>
            <a:endParaRPr b="0" lang="en-US" sz="2200" spc="-1" strike="noStrike">
              <a:solidFill>
                <a:srgbClr val="000000"/>
              </a:solidFill>
              <a:latin typeface="Arial"/>
            </a:endParaRPr>
          </a:p>
          <a:p>
            <a:pPr defTabSz="914400">
              <a:lnSpc>
                <a:spcPct val="90000"/>
              </a:lnSpc>
              <a:spcBef>
                <a:spcPts val="1001"/>
              </a:spcBef>
              <a:tabLst>
                <a:tab algn="l" pos="0"/>
              </a:tabLst>
            </a:pPr>
            <a:endParaRPr b="0" lang="en-US" sz="2200" spc="-1" strike="noStrike">
              <a:solidFill>
                <a:srgbClr val="000000"/>
              </a:solidFill>
              <a:latin typeface="Arial"/>
            </a:endParaRPr>
          </a:p>
          <a:p>
            <a:pPr defTabSz="914400">
              <a:lnSpc>
                <a:spcPct val="90000"/>
              </a:lnSpc>
              <a:spcBef>
                <a:spcPts val="1001"/>
              </a:spcBef>
              <a:tabLst>
                <a:tab algn="l" pos="0"/>
              </a:tabLst>
            </a:pPr>
            <a:endParaRPr b="0" lang="en-US" sz="2200" spc="-1" strike="noStrike">
              <a:solidFill>
                <a:srgbClr val="000000"/>
              </a:solidFill>
              <a:latin typeface="Arial"/>
            </a:endParaRPr>
          </a:p>
          <a:p>
            <a:pPr defTabSz="914400">
              <a:lnSpc>
                <a:spcPct val="90000"/>
              </a:lnSpc>
              <a:spcBef>
                <a:spcPts val="1001"/>
              </a:spcBef>
              <a:tabLst>
                <a:tab algn="l" pos="0"/>
              </a:tabLst>
            </a:pPr>
            <a:endParaRPr b="0" lang="en-US" sz="2200" spc="-1" strike="noStrike">
              <a:solidFill>
                <a:srgbClr val="000000"/>
              </a:solidFill>
              <a:latin typeface="Arial"/>
            </a:endParaRPr>
          </a:p>
          <a:p>
            <a:pPr defTabSz="914400">
              <a:lnSpc>
                <a:spcPct val="90000"/>
              </a:lnSpc>
              <a:spcBef>
                <a:spcPts val="1001"/>
              </a:spcBef>
              <a:tabLst>
                <a:tab algn="l" pos="0"/>
              </a:tabLst>
            </a:pPr>
            <a:endParaRPr b="0" lang="en-US" sz="2200" spc="-1" strike="noStrike">
              <a:solidFill>
                <a:srgbClr val="000000"/>
              </a:solidFill>
              <a:latin typeface="Arial"/>
            </a:endParaRPr>
          </a:p>
          <a:p>
            <a:pPr defTabSz="914400">
              <a:lnSpc>
                <a:spcPct val="90000"/>
              </a:lnSpc>
              <a:spcBef>
                <a:spcPts val="1001"/>
              </a:spcBef>
              <a:tabLst>
                <a:tab algn="l" pos="0"/>
              </a:tabLst>
            </a:pPr>
            <a:endParaRPr b="0" lang="en-US" sz="2200" spc="-1" strike="noStrike">
              <a:solidFill>
                <a:srgbClr val="000000"/>
              </a:solidFill>
              <a:latin typeface="Arial"/>
            </a:endParaRPr>
          </a:p>
          <a:p>
            <a:pPr defTabSz="914400">
              <a:lnSpc>
                <a:spcPct val="90000"/>
              </a:lnSpc>
              <a:spcBef>
                <a:spcPts val="1001"/>
              </a:spcBef>
              <a:tabLst>
                <a:tab algn="l" pos="0"/>
              </a:tabLst>
            </a:pPr>
            <a:endParaRPr b="0" lang="en-US" sz="2200" spc="-1" strike="noStrike">
              <a:solidFill>
                <a:srgbClr val="000000"/>
              </a:solidFill>
              <a:latin typeface="Arial"/>
            </a:endParaRPr>
          </a:p>
          <a:p>
            <a:pPr defTabSz="914400">
              <a:lnSpc>
                <a:spcPct val="90000"/>
              </a:lnSpc>
              <a:spcBef>
                <a:spcPts val="1001"/>
              </a:spcBef>
              <a:tabLst>
                <a:tab algn="l" pos="0"/>
              </a:tabLst>
            </a:pPr>
            <a:endParaRPr b="0" lang="en-US" sz="2200" spc="-1" strike="noStrike">
              <a:solidFill>
                <a:srgbClr val="000000"/>
              </a:solidFill>
              <a:latin typeface="Arial"/>
            </a:endParaRPr>
          </a:p>
          <a:p>
            <a:pPr defTabSz="914400">
              <a:lnSpc>
                <a:spcPct val="90000"/>
              </a:lnSpc>
              <a:spcBef>
                <a:spcPts val="1001"/>
              </a:spcBef>
              <a:tabLst>
                <a:tab algn="l" pos="0"/>
              </a:tabLst>
            </a:pPr>
            <a:endParaRPr b="0" lang="en-US" sz="2200" spc="-1" strike="noStrike">
              <a:solidFill>
                <a:srgbClr val="000000"/>
              </a:solidFill>
              <a:latin typeface="Arial"/>
            </a:endParaRPr>
          </a:p>
        </p:txBody>
      </p:sp>
      <p:sp>
        <p:nvSpPr>
          <p:cNvPr id="83" name="Text Placeholder 3"/>
          <p:cNvSpPr/>
          <p:nvPr/>
        </p:nvSpPr>
        <p:spPr>
          <a:xfrm>
            <a:off x="821160" y="1800360"/>
            <a:ext cx="4639680" cy="4225320"/>
          </a:xfrm>
          <a:prstGeom prst="rect">
            <a:avLst/>
          </a:prstGeom>
          <a:noFill/>
          <a:ln w="0">
            <a:noFill/>
          </a:ln>
        </p:spPr>
        <p:style>
          <a:lnRef idx="0"/>
          <a:fillRef idx="0"/>
          <a:effectRef idx="0"/>
          <a:fontRef idx="minor"/>
        </p:style>
        <p:txBody>
          <a:bodyPr lIns="90000" rIns="90000" tIns="45000" bIns="45000" anchor="t">
            <a:normAutofit fontScale="89999"/>
          </a:bodyPr>
          <a:p>
            <a:pPr marL="228600" indent="-228600" defTabSz="914400">
              <a:lnSpc>
                <a:spcPct val="100000"/>
              </a:lnSpc>
              <a:spcBef>
                <a:spcPts val="1400"/>
              </a:spcBef>
              <a:buClr>
                <a:srgbClr val="292929"/>
              </a:buClr>
              <a:buFont typeface="Arial"/>
              <a:buChar char="•"/>
            </a:pPr>
            <a:r>
              <a:rPr b="0" lang="en-US" sz="2200" spc="-1" strike="noStrike">
                <a:solidFill>
                  <a:schemeClr val="accent3">
                    <a:lumMod val="25000"/>
                  </a:schemeClr>
                </a:solidFill>
                <a:latin typeface="Abadi"/>
              </a:rPr>
              <a:t>Web page was scraped using request library</a:t>
            </a:r>
            <a:endParaRPr b="0" lang="en-US" sz="2200" spc="-1" strike="noStrike">
              <a:solidFill>
                <a:srgbClr val="000000"/>
              </a:solidFill>
              <a:latin typeface="Arial"/>
            </a:endParaRPr>
          </a:p>
          <a:p>
            <a:pPr marL="228600" indent="-228600" defTabSz="914400">
              <a:lnSpc>
                <a:spcPct val="100000"/>
              </a:lnSpc>
              <a:spcBef>
                <a:spcPts val="1400"/>
              </a:spcBef>
              <a:buClr>
                <a:srgbClr val="292929"/>
              </a:buClr>
              <a:buFont typeface="Arial"/>
              <a:buChar char="•"/>
            </a:pPr>
            <a:r>
              <a:rPr b="0" lang="en-US" sz="2200" spc="-1" strike="noStrike">
                <a:solidFill>
                  <a:schemeClr val="accent3">
                    <a:lumMod val="25000"/>
                  </a:schemeClr>
                </a:solidFill>
                <a:latin typeface="Abadi"/>
              </a:rPr>
              <a:t>Data was transferred to DataFrame</a:t>
            </a:r>
            <a:endParaRPr b="0" lang="en-US" sz="2200" spc="-1" strike="noStrike">
              <a:solidFill>
                <a:srgbClr val="000000"/>
              </a:solidFill>
              <a:latin typeface="Arial"/>
            </a:endParaRPr>
          </a:p>
          <a:p>
            <a:pPr marL="228600" indent="-228600" defTabSz="914400">
              <a:lnSpc>
                <a:spcPct val="100000"/>
              </a:lnSpc>
              <a:spcBef>
                <a:spcPts val="1400"/>
              </a:spcBef>
              <a:buClr>
                <a:srgbClr val="292929"/>
              </a:buClr>
              <a:buFont typeface="Arial"/>
              <a:buChar char="•"/>
            </a:pPr>
            <a:r>
              <a:rPr b="0" lang="en-US" sz="2200" spc="-1" strike="noStrike">
                <a:solidFill>
                  <a:schemeClr val="accent3">
                    <a:lumMod val="25000"/>
                  </a:schemeClr>
                </a:solidFill>
                <a:latin typeface="Abadi"/>
              </a:rPr>
              <a:t>Data was cleaned using Beautiful Soup</a:t>
            </a:r>
            <a:endParaRPr b="0" lang="en-US" sz="2200" spc="-1" strike="noStrike">
              <a:solidFill>
                <a:srgbClr val="000000"/>
              </a:solidFill>
              <a:latin typeface="Arial"/>
            </a:endParaRPr>
          </a:p>
          <a:p>
            <a:pPr marL="228600" indent="-228600" defTabSz="914400">
              <a:lnSpc>
                <a:spcPct val="100000"/>
              </a:lnSpc>
              <a:spcBef>
                <a:spcPts val="1400"/>
              </a:spcBef>
              <a:buClr>
                <a:srgbClr val="292929"/>
              </a:buClr>
              <a:buFont typeface="Arial"/>
              <a:buChar char="•"/>
            </a:pPr>
            <a:r>
              <a:rPr b="0" lang="en-US" sz="2200" spc="-1" strike="noStrike">
                <a:solidFill>
                  <a:schemeClr val="accent3">
                    <a:lumMod val="25000"/>
                  </a:schemeClr>
                </a:solidFill>
                <a:latin typeface="Abadi"/>
              </a:rPr>
              <a:t>Data was saved using csv file for later use</a:t>
            </a:r>
            <a:endParaRPr b="0" lang="en-US" sz="2200" spc="-1" strike="noStrike">
              <a:solidFill>
                <a:srgbClr val="000000"/>
              </a:solidFill>
              <a:latin typeface="Arial"/>
            </a:endParaRPr>
          </a:p>
          <a:p>
            <a:pPr marL="228600" indent="-228600" defTabSz="914400">
              <a:lnSpc>
                <a:spcPct val="100000"/>
              </a:lnSpc>
              <a:spcBef>
                <a:spcPts val="1400"/>
              </a:spcBef>
              <a:buClr>
                <a:srgbClr val="292929"/>
              </a:buClr>
              <a:buFont typeface="Arial"/>
              <a:buChar char="•"/>
            </a:pPr>
            <a:r>
              <a:rPr b="0" lang="en-US" sz="2200" spc="-1" strike="noStrike">
                <a:solidFill>
                  <a:schemeClr val="dk1"/>
                </a:solidFill>
                <a:latin typeface="Abadi"/>
              </a:rPr>
              <a:t>https://github.com/franoRihter/data_science_theory/blob/main/10_Applied_Data_Science_Capstone/jupyter-labs-webscraping.ipynb</a:t>
            </a:r>
            <a:endParaRPr b="0" lang="en-US" sz="2200" spc="-1" strike="noStrike">
              <a:solidFill>
                <a:srgbClr val="000000"/>
              </a:solidFill>
              <a:latin typeface="Arial"/>
            </a:endParaRPr>
          </a:p>
        </p:txBody>
      </p:sp>
      <p:pic>
        <p:nvPicPr>
          <p:cNvPr id="84" name="" descr=""/>
          <p:cNvPicPr/>
          <p:nvPr/>
        </p:nvPicPr>
        <p:blipFill>
          <a:blip r:embed="rId2"/>
          <a:stretch/>
        </p:blipFill>
        <p:spPr>
          <a:xfrm>
            <a:off x="8001000" y="1371600"/>
            <a:ext cx="1761840" cy="5124240"/>
          </a:xfrm>
          <a:prstGeom prst="rect">
            <a:avLst/>
          </a:prstGeom>
          <a:ln w="0">
            <a:noFill/>
          </a:ln>
        </p:spPr>
      </p:pic>
      <p:sp>
        <p:nvSpPr>
          <p:cNvPr id="2" name="PlaceHolder 1"/>
          <p:cNvSpPr>
            <a:spLocks noGrp="1"/>
          </p:cNvSpPr>
          <p:nvPr>
            <p:ph type="sldNum" idx="1"/>
          </p:nvPr>
        </p:nvSpPr>
        <p:spPr/>
        <p:txBody>
          <a:bodyPr/>
          <a:p>
            <a:fld id="{3C2EA460-57F9-4E90-95C3-BA2A4B59C6E6}" type="slidenum">
              <a:t>9</a:t>
            </a:fld>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85" name="Title 1"/>
          <p:cNvSpPr/>
          <p:nvPr/>
        </p:nvSpPr>
        <p:spPr>
          <a:xfrm>
            <a:off x="770040" y="538560"/>
            <a:ext cx="10514880" cy="548280"/>
          </a:xfrm>
          <a:prstGeom prst="rect">
            <a:avLst/>
          </a:prstGeom>
          <a:noFill/>
          <a:ln w="0">
            <a:noFill/>
          </a:ln>
        </p:spPr>
        <p:style>
          <a:lnRef idx="0"/>
          <a:fillRef idx="0"/>
          <a:effectRef idx="0"/>
          <a:fontRef idx="minor"/>
        </p:style>
        <p:txBody>
          <a:bodyPr lIns="90000" rIns="90000" tIns="45000" bIns="45000" anchor="ctr">
            <a:normAutofit fontScale="83888"/>
          </a:bodyPr>
          <a:p>
            <a:pPr defTabSz="914400">
              <a:lnSpc>
                <a:spcPct val="90000"/>
              </a:lnSpc>
            </a:pPr>
            <a:r>
              <a:rPr b="0" lang="en-US" sz="4000" spc="-1" strike="noStrike">
                <a:solidFill>
                  <a:srgbClr val="0b49cb"/>
                </a:solidFill>
                <a:latin typeface="Abadi"/>
                <a:ea typeface="IBM Plex Mono SemiBold"/>
              </a:rPr>
              <a:t>Data Wrangling</a:t>
            </a:r>
            <a:endParaRPr b="0" lang="en-US" sz="4000" spc="-1" strike="noStrike">
              <a:solidFill>
                <a:srgbClr val="000000"/>
              </a:solidFill>
              <a:latin typeface="Arial"/>
            </a:endParaRPr>
          </a:p>
        </p:txBody>
      </p:sp>
      <p:sp>
        <p:nvSpPr>
          <p:cNvPr id="86" name="Text Placeholder 1"/>
          <p:cNvSpPr/>
          <p:nvPr/>
        </p:nvSpPr>
        <p:spPr>
          <a:xfrm>
            <a:off x="922680" y="1792800"/>
            <a:ext cx="4792320" cy="4150800"/>
          </a:xfrm>
          <a:prstGeom prst="rect">
            <a:avLst/>
          </a:prstGeom>
          <a:noFill/>
          <a:ln w="0">
            <a:noFill/>
          </a:ln>
        </p:spPr>
        <p:style>
          <a:lnRef idx="0"/>
          <a:fillRef idx="0"/>
          <a:effectRef idx="0"/>
          <a:fontRef idx="minor"/>
        </p:style>
        <p:txBody>
          <a:bodyPr lIns="90000" rIns="90000" tIns="45000" bIns="45000" anchor="t">
            <a:noAutofit/>
          </a:bodyPr>
          <a:p>
            <a:pPr marL="228600" indent="-228600" defTabSz="914400">
              <a:lnSpc>
                <a:spcPct val="100000"/>
              </a:lnSpc>
              <a:spcBef>
                <a:spcPts val="1400"/>
              </a:spcBef>
              <a:buClr>
                <a:srgbClr val="292929"/>
              </a:buClr>
              <a:buFont typeface="Arial"/>
              <a:buChar char="•"/>
            </a:pPr>
            <a:r>
              <a:rPr b="0" lang="en-US" sz="2200" spc="-1" strike="noStrike">
                <a:solidFill>
                  <a:schemeClr val="accent3">
                    <a:lumMod val="25000"/>
                  </a:schemeClr>
                </a:solidFill>
                <a:latin typeface="Abadi"/>
              </a:rPr>
              <a:t>Imported data from csv file</a:t>
            </a:r>
            <a:endParaRPr b="0" lang="en-US" sz="2200" spc="-1" strike="noStrike">
              <a:solidFill>
                <a:srgbClr val="000000"/>
              </a:solidFill>
              <a:latin typeface="Arial"/>
            </a:endParaRPr>
          </a:p>
          <a:p>
            <a:pPr marL="228600" indent="-228600" defTabSz="914400">
              <a:lnSpc>
                <a:spcPct val="100000"/>
              </a:lnSpc>
              <a:spcBef>
                <a:spcPts val="1400"/>
              </a:spcBef>
              <a:buClr>
                <a:srgbClr val="292929"/>
              </a:buClr>
              <a:buFont typeface="Arial"/>
              <a:buChar char="•"/>
            </a:pPr>
            <a:r>
              <a:rPr b="0" lang="en-US" sz="2200" spc="-1" strike="noStrike">
                <a:solidFill>
                  <a:schemeClr val="accent3">
                    <a:lumMod val="25000"/>
                  </a:schemeClr>
                </a:solidFill>
                <a:latin typeface="Abadi"/>
              </a:rPr>
              <a:t>Calculated the number of missions and types of missions</a:t>
            </a:r>
            <a:endParaRPr b="0" lang="en-US" sz="2200" spc="-1" strike="noStrike">
              <a:solidFill>
                <a:srgbClr val="000000"/>
              </a:solidFill>
              <a:latin typeface="Arial"/>
            </a:endParaRPr>
          </a:p>
          <a:p>
            <a:pPr marL="228600" indent="-228600" defTabSz="914400">
              <a:lnSpc>
                <a:spcPct val="100000"/>
              </a:lnSpc>
              <a:spcBef>
                <a:spcPts val="1400"/>
              </a:spcBef>
              <a:buClr>
                <a:srgbClr val="292929"/>
              </a:buClr>
              <a:buFont typeface="Arial"/>
              <a:buChar char="•"/>
            </a:pPr>
            <a:r>
              <a:rPr b="0" lang="en-US" sz="2200" spc="-1" strike="noStrike">
                <a:solidFill>
                  <a:schemeClr val="accent3">
                    <a:lumMod val="25000"/>
                  </a:schemeClr>
                </a:solidFill>
                <a:latin typeface="Abadi"/>
              </a:rPr>
              <a:t>Determin which missions where successful</a:t>
            </a:r>
            <a:endParaRPr b="0" lang="en-US" sz="2200" spc="-1" strike="noStrike">
              <a:solidFill>
                <a:srgbClr val="000000"/>
              </a:solidFill>
              <a:latin typeface="Arial"/>
            </a:endParaRPr>
          </a:p>
          <a:p>
            <a:pPr marL="228600" indent="-228600" defTabSz="914400">
              <a:lnSpc>
                <a:spcPct val="100000"/>
              </a:lnSpc>
              <a:spcBef>
                <a:spcPts val="1400"/>
              </a:spcBef>
              <a:buClr>
                <a:srgbClr val="292929"/>
              </a:buClr>
              <a:buFont typeface="Arial"/>
              <a:buChar char="•"/>
            </a:pPr>
            <a:r>
              <a:rPr b="0" lang="en-US" sz="2200" spc="-1" strike="noStrike">
                <a:solidFill>
                  <a:schemeClr val="accent3">
                    <a:lumMod val="25000"/>
                  </a:schemeClr>
                </a:solidFill>
                <a:latin typeface="Abadi"/>
              </a:rPr>
              <a:t>https://github.com/franoRihter/data_science_theory/blob/main/10_Applied_Data_Science_Capstone/labs-jupyter-spacex-Data%20wrangling.ipynb</a:t>
            </a:r>
            <a:endParaRPr b="0" lang="en-US" sz="2200" spc="-1" strike="noStrike">
              <a:solidFill>
                <a:srgbClr val="000000"/>
              </a:solidFill>
              <a:latin typeface="Arial"/>
            </a:endParaRPr>
          </a:p>
        </p:txBody>
      </p:sp>
      <p:pic>
        <p:nvPicPr>
          <p:cNvPr id="87" name="" descr=""/>
          <p:cNvPicPr/>
          <p:nvPr/>
        </p:nvPicPr>
        <p:blipFill>
          <a:blip r:embed="rId2"/>
          <a:stretch/>
        </p:blipFill>
        <p:spPr>
          <a:xfrm>
            <a:off x="6598080" y="1371600"/>
            <a:ext cx="2774520" cy="4947480"/>
          </a:xfrm>
          <a:prstGeom prst="rect">
            <a:avLst/>
          </a:prstGeom>
          <a:ln w="0">
            <a:noFill/>
          </a:ln>
        </p:spPr>
      </p:pic>
      <p:sp>
        <p:nvSpPr>
          <p:cNvPr id="2" name="PlaceHolder 1"/>
          <p:cNvSpPr>
            <a:spLocks noGrp="1"/>
          </p:cNvSpPr>
          <p:nvPr>
            <p:ph type="sldNum" idx="1"/>
          </p:nvPr>
        </p:nvSpPr>
        <p:spPr/>
        <p:txBody>
          <a:bodyPr/>
          <a:p>
            <a:fld id="{DF5167AA-E4EB-4EE5-B846-C190F0B1A252}" type="slidenum">
              <a:t>10</a:t>
            </a:fld>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88" name="PlaceHolder 1"/>
          <p:cNvSpPr>
            <a:spLocks noGrp="1"/>
          </p:cNvSpPr>
          <p:nvPr>
            <p:ph/>
          </p:nvPr>
        </p:nvSpPr>
        <p:spPr>
          <a:xfrm>
            <a:off x="770040" y="1593000"/>
            <a:ext cx="9744840" cy="4350600"/>
          </a:xfrm>
          <a:prstGeom prst="rect">
            <a:avLst/>
          </a:prstGeom>
          <a:noFill/>
          <a:ln w="0">
            <a:noFill/>
          </a:ln>
        </p:spPr>
        <p:txBody>
          <a:bodyPr lIns="91440" rIns="91440" tIns="45720" bIns="45720" anchor="t">
            <a:noAutofit/>
          </a:bodyPr>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To uncover new information some data had to be visualized:</a:t>
            </a:r>
            <a:endParaRPr b="0" lang="en-US" sz="2200" spc="-1" strike="noStrike">
              <a:solidFill>
                <a:srgbClr val="000000"/>
              </a:solidFill>
              <a:latin typeface="Arial"/>
            </a:endParaRPr>
          </a:p>
          <a:p>
            <a:pPr marL="292680" indent="-228600" defTabSz="914400">
              <a:lnSpc>
                <a:spcPct val="100000"/>
              </a:lnSpc>
              <a:spcBef>
                <a:spcPts val="1400"/>
              </a:spcBef>
              <a:buClr>
                <a:srgbClr val="292929"/>
              </a:buClr>
              <a:buSzPct val="70000"/>
              <a:buFont typeface="Wingdings" charset="2"/>
              <a:buChar char=""/>
              <a:tabLst>
                <a:tab algn="l" pos="0"/>
              </a:tabLst>
            </a:pPr>
            <a:r>
              <a:rPr b="0" lang="en-US" sz="2200" spc="-1" strike="noStrike">
                <a:solidFill>
                  <a:schemeClr val="accent3">
                    <a:lumMod val="25000"/>
                  </a:schemeClr>
                </a:solidFill>
                <a:latin typeface="Abadi"/>
              </a:rPr>
              <a:t>Flight number and Payload Mass (to display which flight carried most mass and which have returned)</a:t>
            </a:r>
            <a:endParaRPr b="0" lang="en-US" sz="2200" spc="-1" strike="noStrike">
              <a:solidFill>
                <a:srgbClr val="000000"/>
              </a:solidFill>
              <a:latin typeface="Arial"/>
            </a:endParaRPr>
          </a:p>
          <a:p>
            <a:pPr marL="292680" indent="-228600" defTabSz="914400">
              <a:lnSpc>
                <a:spcPct val="100000"/>
              </a:lnSpc>
              <a:spcBef>
                <a:spcPts val="1400"/>
              </a:spcBef>
              <a:buClr>
                <a:srgbClr val="292929"/>
              </a:buClr>
              <a:buSzPct val="70000"/>
              <a:buFont typeface="Wingdings" charset="2"/>
              <a:buChar char=""/>
              <a:tabLst>
                <a:tab algn="l" pos="0"/>
              </a:tabLst>
            </a:pPr>
            <a:r>
              <a:rPr b="0" lang="en-US" sz="2200" spc="-1" strike="noStrike">
                <a:solidFill>
                  <a:schemeClr val="accent3">
                    <a:lumMod val="25000"/>
                  </a:schemeClr>
                </a:solidFill>
                <a:latin typeface="Abadi"/>
              </a:rPr>
              <a:t>How many launches happened on which Launch site</a:t>
            </a:r>
            <a:endParaRPr b="0" lang="en-US" sz="2200" spc="-1" strike="noStrike">
              <a:solidFill>
                <a:srgbClr val="000000"/>
              </a:solidFill>
              <a:latin typeface="Arial"/>
            </a:endParaRPr>
          </a:p>
          <a:p>
            <a:pPr marL="292680" indent="-228600" defTabSz="914400">
              <a:lnSpc>
                <a:spcPct val="100000"/>
              </a:lnSpc>
              <a:spcBef>
                <a:spcPts val="1400"/>
              </a:spcBef>
              <a:buClr>
                <a:srgbClr val="292929"/>
              </a:buClr>
              <a:buSzPct val="70000"/>
              <a:buFont typeface="Wingdings" charset="2"/>
              <a:buChar char=""/>
              <a:tabLst>
                <a:tab algn="l" pos="0"/>
              </a:tabLst>
            </a:pPr>
            <a:r>
              <a:rPr b="0" lang="en-US" sz="2200" spc="-1" strike="noStrike">
                <a:solidFill>
                  <a:schemeClr val="accent3">
                    <a:lumMod val="25000"/>
                  </a:schemeClr>
                </a:solidFill>
                <a:latin typeface="Abadi"/>
              </a:rPr>
              <a:t>How many launches where made on each Launch site </a:t>
            </a:r>
            <a:endParaRPr b="0" lang="en-US" sz="2200" spc="-1" strike="noStrike">
              <a:solidFill>
                <a:srgbClr val="000000"/>
              </a:solidFill>
              <a:latin typeface="Arial"/>
            </a:endParaRPr>
          </a:p>
          <a:p>
            <a:pPr marL="292680" indent="-228600" defTabSz="914400">
              <a:lnSpc>
                <a:spcPct val="100000"/>
              </a:lnSpc>
              <a:spcBef>
                <a:spcPts val="1400"/>
              </a:spcBef>
              <a:buClr>
                <a:srgbClr val="292929"/>
              </a:buClr>
              <a:buSzPct val="70000"/>
              <a:buFont typeface="Wingdings" charset="2"/>
              <a:buChar char=""/>
              <a:tabLst>
                <a:tab algn="l" pos="0"/>
              </a:tabLst>
            </a:pPr>
            <a:r>
              <a:rPr b="0" lang="en-US" sz="2200" spc="-1" strike="noStrike">
                <a:solidFill>
                  <a:schemeClr val="accent3">
                    <a:lumMod val="25000"/>
                  </a:schemeClr>
                </a:solidFill>
                <a:latin typeface="Abadi"/>
              </a:rPr>
              <a:t>The success rate of each orbit type</a:t>
            </a:r>
            <a:endParaRPr b="0" lang="en-US" sz="2200" spc="-1" strike="noStrike">
              <a:solidFill>
                <a:srgbClr val="000000"/>
              </a:solidFill>
              <a:latin typeface="Arial"/>
            </a:endParaRPr>
          </a:p>
          <a:p>
            <a:pPr marL="292680" indent="-228600" defTabSz="914400">
              <a:lnSpc>
                <a:spcPct val="100000"/>
              </a:lnSpc>
              <a:spcBef>
                <a:spcPts val="1400"/>
              </a:spcBef>
              <a:buClr>
                <a:srgbClr val="292929"/>
              </a:buClr>
              <a:buSzPct val="70000"/>
              <a:buFont typeface="Wingdings" charset="2"/>
              <a:buChar char=""/>
              <a:tabLst>
                <a:tab algn="l" pos="0"/>
              </a:tabLst>
            </a:pPr>
            <a:r>
              <a:rPr b="0" lang="en-US" sz="2200" spc="-1" strike="noStrike">
                <a:solidFill>
                  <a:schemeClr val="accent3">
                    <a:lumMod val="25000"/>
                  </a:schemeClr>
                </a:solidFill>
                <a:latin typeface="Abadi"/>
              </a:rPr>
              <a:t>Relationship between Flight Number and orbit type</a:t>
            </a:r>
            <a:endParaRPr b="0" lang="en-US" sz="2200" spc="-1" strike="noStrike">
              <a:solidFill>
                <a:srgbClr val="000000"/>
              </a:solidFill>
              <a:latin typeface="Arial"/>
            </a:endParaRPr>
          </a:p>
          <a:p>
            <a:pPr marL="292680" indent="-228600" defTabSz="914400">
              <a:lnSpc>
                <a:spcPct val="100000"/>
              </a:lnSpc>
              <a:spcBef>
                <a:spcPts val="1400"/>
              </a:spcBef>
              <a:buClr>
                <a:srgbClr val="292929"/>
              </a:buClr>
              <a:buSzPct val="70000"/>
              <a:buFont typeface="Wingdings" charset="2"/>
              <a:buChar char=""/>
              <a:tabLst>
                <a:tab algn="l" pos="0"/>
              </a:tabLst>
            </a:pPr>
            <a:r>
              <a:rPr b="0" lang="en-US" sz="2200" spc="-1" strike="noStrike">
                <a:solidFill>
                  <a:schemeClr val="accent3">
                    <a:lumMod val="25000"/>
                  </a:schemeClr>
                </a:solidFill>
                <a:latin typeface="Abadi"/>
              </a:rPr>
              <a:t>Relationship with payload mass and orbit type</a:t>
            </a:r>
            <a:endParaRPr b="0" lang="en-US" sz="2200" spc="-1" strike="noStrike">
              <a:solidFill>
                <a:srgbClr val="000000"/>
              </a:solidFill>
              <a:latin typeface="Arial"/>
            </a:endParaRPr>
          </a:p>
          <a:p>
            <a:pPr marL="292680" indent="-228600" defTabSz="914400">
              <a:lnSpc>
                <a:spcPct val="100000"/>
              </a:lnSpc>
              <a:spcBef>
                <a:spcPts val="1400"/>
              </a:spcBef>
              <a:buClr>
                <a:srgbClr val="292929"/>
              </a:buClr>
              <a:buSzPct val="70000"/>
              <a:buFont typeface="Wingdings" charset="2"/>
              <a:buChar char=""/>
              <a:tabLst>
                <a:tab algn="l" pos="0"/>
              </a:tabLst>
            </a:pPr>
            <a:r>
              <a:rPr b="0" lang="en-US" sz="2200" spc="-1" strike="noStrike">
                <a:solidFill>
                  <a:schemeClr val="accent3">
                    <a:lumMod val="25000"/>
                  </a:schemeClr>
                </a:solidFill>
                <a:latin typeface="Abadi"/>
              </a:rPr>
              <a:t>Yearly success rate</a:t>
            </a:r>
            <a:endParaRPr b="0" lang="en-US" sz="2200" spc="-1" strike="noStrike">
              <a:solidFill>
                <a:srgbClr val="000000"/>
              </a:solidFill>
              <a:latin typeface="Arial"/>
            </a:endParaRPr>
          </a:p>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https://github.com/franoRihter/data_science_theory/blob/main/10_Applied_Data_Science_Capstone/edadataviz.ipynb</a:t>
            </a:r>
            <a:endParaRPr b="0" lang="en-US" sz="2200" spc="-1" strike="noStrike">
              <a:solidFill>
                <a:srgbClr val="000000"/>
              </a:solidFill>
              <a:latin typeface="Arial"/>
            </a:endParaRPr>
          </a:p>
          <a:p>
            <a:pPr indent="0" defTabSz="914400">
              <a:lnSpc>
                <a:spcPct val="100000"/>
              </a:lnSpc>
              <a:buNone/>
              <a:tabLst>
                <a:tab algn="l" pos="0"/>
              </a:tabLst>
            </a:pPr>
            <a:endParaRPr b="0" lang="en-US" sz="1800" spc="-1" strike="noStrike">
              <a:solidFill>
                <a:srgbClr val="000000"/>
              </a:solidFill>
              <a:latin typeface="Arial"/>
            </a:endParaRPr>
          </a:p>
        </p:txBody>
      </p:sp>
      <p:sp>
        <p:nvSpPr>
          <p:cNvPr id="89" name="Title 1"/>
          <p:cNvSpPr/>
          <p:nvPr/>
        </p:nvSpPr>
        <p:spPr>
          <a:xfrm>
            <a:off x="770040" y="538560"/>
            <a:ext cx="10514880" cy="548280"/>
          </a:xfrm>
          <a:prstGeom prst="rect">
            <a:avLst/>
          </a:prstGeom>
          <a:noFill/>
          <a:ln w="0">
            <a:noFill/>
          </a:ln>
        </p:spPr>
        <p:style>
          <a:lnRef idx="0"/>
          <a:fillRef idx="0"/>
          <a:effectRef idx="0"/>
          <a:fontRef idx="minor"/>
        </p:style>
        <p:txBody>
          <a:bodyPr lIns="90000" rIns="90000" tIns="45000" bIns="45000" anchor="ctr">
            <a:normAutofit fontScale="83888"/>
          </a:bodyPr>
          <a:p>
            <a:pPr defTabSz="914400">
              <a:lnSpc>
                <a:spcPct val="90000"/>
              </a:lnSpc>
            </a:pPr>
            <a:r>
              <a:rPr b="0" lang="en-US" sz="4000" spc="-1" strike="noStrike">
                <a:solidFill>
                  <a:srgbClr val="0b49cb"/>
                </a:solidFill>
                <a:latin typeface="Abadi"/>
                <a:ea typeface="IBM Plex Mono SemiBold"/>
              </a:rPr>
              <a:t>EDA with Data Visualization</a:t>
            </a:r>
            <a:endParaRPr b="0" lang="en-US" sz="4000" spc="-1" strike="noStrike">
              <a:solidFill>
                <a:srgbClr val="000000"/>
              </a:solidFill>
              <a:latin typeface="Arial"/>
            </a:endParaRPr>
          </a:p>
        </p:txBody>
      </p:sp>
      <p:sp>
        <p:nvSpPr>
          <p:cNvPr id="3" name="PlaceHolder 2"/>
          <p:cNvSpPr>
            <a:spLocks noGrp="1"/>
          </p:cNvSpPr>
          <p:nvPr>
            <p:ph type="sldNum" idx="1"/>
          </p:nvPr>
        </p:nvSpPr>
        <p:spPr/>
        <p:txBody>
          <a:bodyPr/>
          <a:p>
            <a:fld id="{E6AE4928-BB58-4039-A397-8073C520D29A}" type="slidenum">
              <a:t>11</a:t>
            </a:fld>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90" name="PlaceHolder 1"/>
          <p:cNvSpPr>
            <a:spLocks noGrp="1"/>
          </p:cNvSpPr>
          <p:nvPr>
            <p:ph/>
          </p:nvPr>
        </p:nvSpPr>
        <p:spPr>
          <a:xfrm>
            <a:off x="457200" y="1371600"/>
            <a:ext cx="4944960" cy="3451320"/>
          </a:xfrm>
          <a:prstGeom prst="rect">
            <a:avLst/>
          </a:prstGeom>
          <a:noFill/>
          <a:ln w="0">
            <a:noFill/>
          </a:ln>
        </p:spPr>
        <p:txBody>
          <a:bodyPr lIns="91440" rIns="91440" tIns="45720" bIns="45720" anchor="t">
            <a:noAutofit/>
          </a:bodyPr>
          <a:p>
            <a:pPr marL="109800" indent="-45720" defTabSz="914400">
              <a:lnSpc>
                <a:spcPct val="100000"/>
              </a:lnSpc>
              <a:spcBef>
                <a:spcPts val="1400"/>
              </a:spcBef>
              <a:buClr>
                <a:srgbClr val="292929"/>
              </a:buClr>
              <a:buFont typeface="Wingdings" charset="2"/>
              <a:buChar char=""/>
              <a:tabLst>
                <a:tab algn="l" pos="0"/>
              </a:tabLst>
            </a:pPr>
            <a:r>
              <a:rPr b="0" lang="en-US" sz="2200" spc="-1" strike="noStrike">
                <a:solidFill>
                  <a:schemeClr val="accent3">
                    <a:lumMod val="25000"/>
                  </a:schemeClr>
                </a:solidFill>
                <a:latin typeface="Abadi"/>
              </a:rPr>
              <a:t>Created a table and filled it with data from data frame</a:t>
            </a:r>
            <a:endParaRPr b="0" lang="en-US" sz="2200" spc="-1" strike="noStrike">
              <a:solidFill>
                <a:srgbClr val="000000"/>
              </a:solidFill>
              <a:latin typeface="Arial"/>
            </a:endParaRPr>
          </a:p>
          <a:p>
            <a:pPr marL="109800" indent="-45720" defTabSz="914400">
              <a:lnSpc>
                <a:spcPct val="100000"/>
              </a:lnSpc>
              <a:spcBef>
                <a:spcPts val="1400"/>
              </a:spcBef>
              <a:buClr>
                <a:srgbClr val="292929"/>
              </a:buClr>
              <a:buFont typeface="Wingdings" charset="2"/>
              <a:buChar char=""/>
              <a:tabLst>
                <a:tab algn="l" pos="0"/>
              </a:tabLst>
            </a:pPr>
            <a:r>
              <a:rPr b="0" lang="en-US" sz="2200" spc="-1" strike="noStrike">
                <a:solidFill>
                  <a:schemeClr val="accent3">
                    <a:lumMod val="25000"/>
                  </a:schemeClr>
                </a:solidFill>
                <a:latin typeface="Abadi"/>
              </a:rPr>
              <a:t>Inspected the data using select</a:t>
            </a:r>
            <a:endParaRPr b="0" lang="en-US" sz="2200" spc="-1" strike="noStrike">
              <a:solidFill>
                <a:srgbClr val="000000"/>
              </a:solidFill>
              <a:latin typeface="Arial"/>
            </a:endParaRPr>
          </a:p>
          <a:p>
            <a:pPr marL="109800" indent="-45720" defTabSz="914400">
              <a:lnSpc>
                <a:spcPct val="100000"/>
              </a:lnSpc>
              <a:spcBef>
                <a:spcPts val="1400"/>
              </a:spcBef>
              <a:buClr>
                <a:srgbClr val="292929"/>
              </a:buClr>
              <a:buFont typeface="Wingdings" charset="2"/>
              <a:buChar char=""/>
              <a:tabLst>
                <a:tab algn="l" pos="0"/>
              </a:tabLst>
            </a:pPr>
            <a:r>
              <a:rPr b="0" lang="en-US" sz="2200" spc="-1" strike="noStrike">
                <a:solidFill>
                  <a:schemeClr val="accent3">
                    <a:lumMod val="25000"/>
                  </a:schemeClr>
                </a:solidFill>
                <a:latin typeface="Abadi"/>
              </a:rPr>
              <a:t>Listed distinct launch sites</a:t>
            </a:r>
            <a:endParaRPr b="0" lang="en-US" sz="2200" spc="-1" strike="noStrike">
              <a:solidFill>
                <a:srgbClr val="000000"/>
              </a:solidFill>
              <a:latin typeface="Arial"/>
            </a:endParaRPr>
          </a:p>
          <a:p>
            <a:pPr marL="109800" indent="-45720" defTabSz="914400">
              <a:lnSpc>
                <a:spcPct val="100000"/>
              </a:lnSpc>
              <a:spcBef>
                <a:spcPts val="1400"/>
              </a:spcBef>
              <a:buClr>
                <a:srgbClr val="292929"/>
              </a:buClr>
              <a:buFont typeface="Wingdings" charset="2"/>
              <a:buChar char=""/>
              <a:tabLst>
                <a:tab algn="l" pos="0"/>
              </a:tabLst>
            </a:pPr>
            <a:r>
              <a:rPr b="0" lang="en-US" sz="2200" spc="-1" strike="noStrike">
                <a:solidFill>
                  <a:schemeClr val="accent3">
                    <a:lumMod val="25000"/>
                  </a:schemeClr>
                </a:solidFill>
                <a:latin typeface="Abadi"/>
              </a:rPr>
              <a:t>Listed launch attempts on site from site CCAFS LC-40</a:t>
            </a:r>
            <a:endParaRPr b="0" lang="en-US" sz="2200" spc="-1" strike="noStrike">
              <a:solidFill>
                <a:srgbClr val="000000"/>
              </a:solidFill>
              <a:latin typeface="Arial"/>
            </a:endParaRPr>
          </a:p>
          <a:p>
            <a:pPr marL="109800" indent="-45720" defTabSz="914400">
              <a:lnSpc>
                <a:spcPct val="100000"/>
              </a:lnSpc>
              <a:spcBef>
                <a:spcPts val="1400"/>
              </a:spcBef>
              <a:buClr>
                <a:srgbClr val="292929"/>
              </a:buClr>
              <a:buFont typeface="Wingdings" charset="2"/>
              <a:buChar char=""/>
              <a:tabLst>
                <a:tab algn="l" pos="0"/>
              </a:tabLst>
            </a:pPr>
            <a:r>
              <a:rPr b="0" lang="en-US" sz="2200" spc="-1" strike="noStrike">
                <a:solidFill>
                  <a:schemeClr val="accent3">
                    <a:lumMod val="25000"/>
                  </a:schemeClr>
                </a:solidFill>
                <a:latin typeface="Abadi"/>
              </a:rPr>
              <a:t>Listed total payload carried by NASA space crafts</a:t>
            </a:r>
            <a:endParaRPr b="0" lang="en-US" sz="2200" spc="-1" strike="noStrike">
              <a:solidFill>
                <a:srgbClr val="000000"/>
              </a:solidFill>
              <a:latin typeface="Arial"/>
            </a:endParaRPr>
          </a:p>
          <a:p>
            <a:pPr marL="109800" indent="-45720" defTabSz="914400">
              <a:lnSpc>
                <a:spcPct val="100000"/>
              </a:lnSpc>
              <a:spcBef>
                <a:spcPts val="1400"/>
              </a:spcBef>
              <a:buClr>
                <a:srgbClr val="292929"/>
              </a:buClr>
              <a:buFont typeface="Wingdings" charset="2"/>
              <a:buChar char=""/>
              <a:tabLst>
                <a:tab algn="l" pos="0"/>
              </a:tabLst>
            </a:pPr>
            <a:r>
              <a:rPr b="0" lang="en-US" sz="2200" spc="-1" strike="noStrike">
                <a:solidFill>
                  <a:schemeClr val="accent3">
                    <a:lumMod val="25000"/>
                  </a:schemeClr>
                </a:solidFill>
                <a:latin typeface="Abadi"/>
              </a:rPr>
              <a:t>Listed average payload mass carried by booster F9 v1.1</a:t>
            </a:r>
            <a:endParaRPr b="0" lang="en-US" sz="2200" spc="-1" strike="noStrike">
              <a:solidFill>
                <a:srgbClr val="000000"/>
              </a:solidFill>
              <a:latin typeface="Arial"/>
            </a:endParaRPr>
          </a:p>
          <a:p>
            <a:pPr indent="0" defTabSz="914400">
              <a:lnSpc>
                <a:spcPct val="100000"/>
              </a:lnSpc>
              <a:spcBef>
                <a:spcPts val="1400"/>
              </a:spcBef>
              <a:buNone/>
              <a:tabLst>
                <a:tab algn="l" pos="0"/>
              </a:tabLst>
            </a:pPr>
            <a:endParaRPr b="0" lang="en-US" sz="3200" spc="-1" strike="noStrike">
              <a:solidFill>
                <a:srgbClr val="000000"/>
              </a:solidFill>
              <a:latin typeface="Arial"/>
            </a:endParaRPr>
          </a:p>
          <a:p>
            <a:pPr marL="109800" indent="0" defTabSz="914400">
              <a:lnSpc>
                <a:spcPct val="100000"/>
              </a:lnSpc>
              <a:spcBef>
                <a:spcPts val="1400"/>
              </a:spcBef>
              <a:buNone/>
              <a:tabLst>
                <a:tab algn="l" pos="0"/>
              </a:tabLst>
            </a:pPr>
            <a:endParaRPr b="0" lang="en-US" sz="2200" spc="-1" strike="noStrike">
              <a:solidFill>
                <a:srgbClr val="000000"/>
              </a:solidFill>
              <a:latin typeface="Arial"/>
            </a:endParaRPr>
          </a:p>
        </p:txBody>
      </p:sp>
      <p:sp>
        <p:nvSpPr>
          <p:cNvPr id="91" name="Title 1"/>
          <p:cNvSpPr/>
          <p:nvPr/>
        </p:nvSpPr>
        <p:spPr>
          <a:xfrm>
            <a:off x="770040" y="538560"/>
            <a:ext cx="10514880" cy="548280"/>
          </a:xfrm>
          <a:prstGeom prst="rect">
            <a:avLst/>
          </a:prstGeom>
          <a:noFill/>
          <a:ln w="0">
            <a:noFill/>
          </a:ln>
        </p:spPr>
        <p:style>
          <a:lnRef idx="0"/>
          <a:fillRef idx="0"/>
          <a:effectRef idx="0"/>
          <a:fontRef idx="minor"/>
        </p:style>
        <p:txBody>
          <a:bodyPr lIns="90000" rIns="90000" tIns="45000" bIns="45000" anchor="ctr">
            <a:normAutofit fontScale="83888"/>
          </a:bodyPr>
          <a:p>
            <a:pPr defTabSz="914400">
              <a:lnSpc>
                <a:spcPct val="90000"/>
              </a:lnSpc>
            </a:pPr>
            <a:r>
              <a:rPr b="0" lang="en-US" sz="4000" spc="-1" strike="noStrike">
                <a:solidFill>
                  <a:srgbClr val="0b49cb"/>
                </a:solidFill>
                <a:latin typeface="Abadi"/>
                <a:ea typeface="IBM Plex Mono SemiBold"/>
              </a:rPr>
              <a:t>EDA with SQL</a:t>
            </a:r>
            <a:endParaRPr b="0" lang="en-US" sz="4000" spc="-1" strike="noStrike">
              <a:solidFill>
                <a:srgbClr val="000000"/>
              </a:solidFill>
              <a:latin typeface="Arial"/>
            </a:endParaRPr>
          </a:p>
        </p:txBody>
      </p:sp>
      <p:sp>
        <p:nvSpPr>
          <p:cNvPr id="92" name="PlaceHolder 4"/>
          <p:cNvSpPr txBox="1"/>
          <p:nvPr/>
        </p:nvSpPr>
        <p:spPr>
          <a:xfrm>
            <a:off x="5402160" y="1352520"/>
            <a:ext cx="6027840" cy="3451320"/>
          </a:xfrm>
          <a:prstGeom prst="rect">
            <a:avLst/>
          </a:prstGeom>
          <a:noFill/>
          <a:ln w="0">
            <a:noFill/>
          </a:ln>
        </p:spPr>
        <p:txBody>
          <a:bodyPr anchor="t">
            <a:noAutofit/>
          </a:bodyPr>
          <a:p>
            <a:pPr marL="432000" indent="-324000" defTabSz="914400">
              <a:lnSpc>
                <a:spcPct val="100000"/>
              </a:lnSpc>
              <a:spcBef>
                <a:spcPts val="1400"/>
              </a:spcBef>
              <a:buClr>
                <a:srgbClr val="292929"/>
              </a:buClr>
              <a:buFont typeface="Wingdings" charset="2"/>
              <a:buChar char=""/>
              <a:tabLst>
                <a:tab algn="l" pos="0"/>
              </a:tabLst>
            </a:pPr>
            <a:r>
              <a:rPr b="0" lang="en-US" sz="2200" spc="-1" strike="noStrike">
                <a:solidFill>
                  <a:schemeClr val="accent3">
                    <a:lumMod val="25000"/>
                  </a:schemeClr>
                </a:solidFill>
                <a:latin typeface="Abadi"/>
              </a:rPr>
              <a:t>Listed first successful launch date</a:t>
            </a:r>
            <a:endParaRPr b="0" lang="en-US" sz="2200" spc="-1" strike="noStrike">
              <a:solidFill>
                <a:srgbClr val="000000"/>
              </a:solidFill>
              <a:latin typeface="Arial"/>
            </a:endParaRPr>
          </a:p>
          <a:p>
            <a:pPr marL="432000" indent="-324000" defTabSz="914400">
              <a:lnSpc>
                <a:spcPct val="100000"/>
              </a:lnSpc>
              <a:spcBef>
                <a:spcPts val="1400"/>
              </a:spcBef>
              <a:buClr>
                <a:srgbClr val="292929"/>
              </a:buClr>
              <a:buFont typeface="Wingdings" charset="2"/>
              <a:buChar char=""/>
              <a:tabLst>
                <a:tab algn="l" pos="0"/>
              </a:tabLst>
            </a:pPr>
            <a:r>
              <a:rPr b="0" lang="en-US" sz="2200" spc="-1" strike="noStrike">
                <a:solidFill>
                  <a:schemeClr val="accent3">
                    <a:lumMod val="25000"/>
                  </a:schemeClr>
                </a:solidFill>
                <a:latin typeface="Abadi"/>
              </a:rPr>
              <a:t>Listed successful Drone ship landing with payload &gt;4000</a:t>
            </a:r>
            <a:endParaRPr b="0" lang="en-US" sz="2200" spc="-1" strike="noStrike">
              <a:solidFill>
                <a:srgbClr val="000000"/>
              </a:solidFill>
              <a:latin typeface="Arial"/>
            </a:endParaRPr>
          </a:p>
          <a:p>
            <a:pPr marL="432000" indent="-324000" defTabSz="914400">
              <a:lnSpc>
                <a:spcPct val="100000"/>
              </a:lnSpc>
              <a:spcBef>
                <a:spcPts val="1400"/>
              </a:spcBef>
              <a:buClr>
                <a:srgbClr val="292929"/>
              </a:buClr>
              <a:buFont typeface="Wingdings" charset="2"/>
              <a:buChar char=""/>
              <a:tabLst>
                <a:tab algn="l" pos="0"/>
              </a:tabLst>
            </a:pPr>
            <a:r>
              <a:rPr b="0" lang="en-US" sz="2200" spc="-1" strike="noStrike">
                <a:solidFill>
                  <a:schemeClr val="accent3">
                    <a:lumMod val="25000"/>
                  </a:schemeClr>
                </a:solidFill>
                <a:latin typeface="Abadi"/>
              </a:rPr>
              <a:t>Listed total number of successes and fails outcome types</a:t>
            </a:r>
            <a:endParaRPr b="0" lang="en-US" sz="2200" spc="-1" strike="noStrike">
              <a:solidFill>
                <a:srgbClr val="000000"/>
              </a:solidFill>
              <a:latin typeface="Arial"/>
            </a:endParaRPr>
          </a:p>
          <a:p>
            <a:pPr marL="432000" indent="-324000" defTabSz="914400">
              <a:lnSpc>
                <a:spcPct val="100000"/>
              </a:lnSpc>
              <a:spcBef>
                <a:spcPts val="1400"/>
              </a:spcBef>
              <a:buClr>
                <a:srgbClr val="292929"/>
              </a:buClr>
              <a:buFont typeface="Wingdings" charset="2"/>
              <a:buChar char=""/>
              <a:tabLst>
                <a:tab algn="l" pos="0"/>
              </a:tabLst>
            </a:pPr>
            <a:r>
              <a:rPr b="0" lang="en-US" sz="2200" spc="-1" strike="noStrike">
                <a:solidFill>
                  <a:schemeClr val="accent3">
                    <a:lumMod val="25000"/>
                  </a:schemeClr>
                </a:solidFill>
                <a:latin typeface="Abadi"/>
              </a:rPr>
              <a:t>Listed boosters that carried the most payload.</a:t>
            </a:r>
            <a:endParaRPr b="0" lang="en-US" sz="2200" spc="-1" strike="noStrike">
              <a:solidFill>
                <a:srgbClr val="000000"/>
              </a:solidFill>
              <a:latin typeface="Arial"/>
            </a:endParaRPr>
          </a:p>
          <a:p>
            <a:pPr marL="432000" indent="-324000" defTabSz="914400">
              <a:lnSpc>
                <a:spcPct val="100000"/>
              </a:lnSpc>
              <a:spcBef>
                <a:spcPts val="1400"/>
              </a:spcBef>
              <a:buClr>
                <a:srgbClr val="292929"/>
              </a:buClr>
              <a:buFont typeface="Wingdings" charset="2"/>
              <a:buChar char=""/>
              <a:tabLst>
                <a:tab algn="l" pos="0"/>
              </a:tabLst>
            </a:pPr>
            <a:r>
              <a:rPr b="0" lang="en-US" sz="2200" spc="-1" strike="noStrike">
                <a:solidFill>
                  <a:schemeClr val="accent3">
                    <a:lumMod val="25000"/>
                  </a:schemeClr>
                </a:solidFill>
                <a:latin typeface="Abadi"/>
              </a:rPr>
              <a:t>Listed records that where launched in 2015</a:t>
            </a:r>
            <a:endParaRPr b="0" lang="en-US" sz="2200" spc="-1" strike="noStrike">
              <a:solidFill>
                <a:srgbClr val="000000"/>
              </a:solidFill>
              <a:latin typeface="Arial"/>
            </a:endParaRPr>
          </a:p>
          <a:p>
            <a:pPr marL="432000" indent="-324000" defTabSz="914400">
              <a:lnSpc>
                <a:spcPct val="100000"/>
              </a:lnSpc>
              <a:spcBef>
                <a:spcPts val="1400"/>
              </a:spcBef>
              <a:buClr>
                <a:srgbClr val="292929"/>
              </a:buClr>
              <a:buFont typeface="Wingdings" charset="2"/>
              <a:buChar char=""/>
              <a:tabLst>
                <a:tab algn="l" pos="0"/>
              </a:tabLst>
            </a:pPr>
            <a:r>
              <a:rPr b="0" lang="en-US" sz="2200" spc="-1" strike="noStrike">
                <a:solidFill>
                  <a:schemeClr val="accent3">
                    <a:lumMod val="25000"/>
                  </a:schemeClr>
                </a:solidFill>
                <a:latin typeface="Abadi"/>
              </a:rPr>
              <a:t>Listed landing outcomes for the years 2010 to 2017</a:t>
            </a:r>
            <a:endParaRPr b="0" lang="en-US" sz="2200" spc="-1" strike="noStrike">
              <a:solidFill>
                <a:srgbClr val="000000"/>
              </a:solidFill>
              <a:latin typeface="Arial"/>
            </a:endParaRPr>
          </a:p>
          <a:p>
            <a:pPr defTabSz="914400">
              <a:lnSpc>
                <a:spcPct val="100000"/>
              </a:lnSpc>
              <a:spcBef>
                <a:spcPts val="1400"/>
              </a:spcBef>
              <a:tabLst>
                <a:tab algn="l" pos="0"/>
              </a:tabLst>
            </a:pPr>
            <a:endParaRPr b="0" lang="en-US" sz="2200" spc="-1" strike="noStrike">
              <a:solidFill>
                <a:srgbClr val="000000"/>
              </a:solidFill>
              <a:latin typeface="Arial"/>
            </a:endParaRPr>
          </a:p>
          <a:p>
            <a:pPr defTabSz="914400">
              <a:lnSpc>
                <a:spcPct val="100000"/>
              </a:lnSpc>
              <a:spcBef>
                <a:spcPts val="1400"/>
              </a:spcBef>
              <a:tabLst>
                <a:tab algn="l" pos="0"/>
              </a:tabLst>
            </a:pPr>
            <a:endParaRPr b="0" lang="en-US" sz="2200" spc="-1" strike="noStrike">
              <a:solidFill>
                <a:srgbClr val="000000"/>
              </a:solidFill>
              <a:latin typeface="Arial"/>
            </a:endParaRPr>
          </a:p>
          <a:p>
            <a:pPr defTabSz="914400">
              <a:lnSpc>
                <a:spcPct val="100000"/>
              </a:lnSpc>
              <a:spcBef>
                <a:spcPts val="1400"/>
              </a:spcBef>
              <a:tabLst>
                <a:tab algn="l" pos="0"/>
              </a:tabLst>
            </a:pPr>
            <a:endParaRPr b="0" lang="en-US" sz="2200" spc="-1" strike="noStrike">
              <a:solidFill>
                <a:srgbClr val="000000"/>
              </a:solidFill>
              <a:latin typeface="Arial"/>
            </a:endParaRPr>
          </a:p>
          <a:p>
            <a:pPr defTabSz="914400">
              <a:lnSpc>
                <a:spcPct val="100000"/>
              </a:lnSpc>
              <a:spcBef>
                <a:spcPts val="1400"/>
              </a:spcBef>
              <a:tabLst>
                <a:tab algn="l" pos="0"/>
              </a:tabLst>
            </a:pPr>
            <a:endParaRPr b="0" lang="en-US" sz="2200" spc="-1" strike="noStrike">
              <a:solidFill>
                <a:srgbClr val="000000"/>
              </a:solidFill>
              <a:latin typeface="Arial"/>
            </a:endParaRPr>
          </a:p>
          <a:p>
            <a:pPr defTabSz="914400">
              <a:lnSpc>
                <a:spcPct val="100000"/>
              </a:lnSpc>
              <a:tabLst>
                <a:tab algn="l" pos="0"/>
              </a:tabLst>
            </a:pPr>
            <a:endParaRPr b="0" lang="en-US" sz="1800" spc="-1" strike="noStrike">
              <a:solidFill>
                <a:srgbClr val="000000"/>
              </a:solidFill>
              <a:latin typeface="Arial"/>
            </a:endParaRPr>
          </a:p>
          <a:p>
            <a:pPr defTabSz="914400">
              <a:lnSpc>
                <a:spcPct val="100000"/>
              </a:lnSpc>
              <a:tabLst>
                <a:tab algn="l" pos="0"/>
              </a:tabLst>
            </a:pPr>
            <a:endParaRPr b="0" lang="en-US" sz="1800" spc="-1" strike="noStrike">
              <a:solidFill>
                <a:srgbClr val="000000"/>
              </a:solidFill>
              <a:latin typeface="Arial"/>
            </a:endParaRPr>
          </a:p>
          <a:p>
            <a:pPr defTabSz="914400">
              <a:lnSpc>
                <a:spcPct val="100000"/>
              </a:lnSpc>
              <a:tabLst>
                <a:tab algn="l" pos="0"/>
              </a:tabLst>
            </a:pPr>
            <a:endParaRPr b="0" lang="en-US" sz="1800" spc="-1" strike="noStrike">
              <a:solidFill>
                <a:srgbClr val="000000"/>
              </a:solidFill>
              <a:latin typeface="Arial"/>
            </a:endParaRPr>
          </a:p>
        </p:txBody>
      </p:sp>
      <p:sp>
        <p:nvSpPr>
          <p:cNvPr id="93" name=""/>
          <p:cNvSpPr txBox="1"/>
          <p:nvPr/>
        </p:nvSpPr>
        <p:spPr>
          <a:xfrm>
            <a:off x="457200" y="5943600"/>
            <a:ext cx="10972800" cy="685800"/>
          </a:xfrm>
          <a:prstGeom prst="rect">
            <a:avLst/>
          </a:prstGeom>
          <a:noFill/>
          <a:ln w="0">
            <a:noFill/>
          </a:ln>
        </p:spPr>
        <p:txBody>
          <a:bodyPr lIns="90000" rIns="90000" tIns="45000" bIns="45000" anchor="t">
            <a:noAutofit/>
          </a:bodyPr>
          <a:p>
            <a:r>
              <a:rPr b="0" lang="en-US" sz="1800" spc="-1" strike="noStrike">
                <a:solidFill>
                  <a:srgbClr val="000000"/>
                </a:solidFill>
                <a:latin typeface="Arial"/>
              </a:rPr>
              <a:t>https://github.com/franoRihter/data_science_theory/blob/main/10_Applied_Data_Science_Capstone/jupyter-labs-eda-sql-coursera_sqllite.ipynb</a:t>
            </a:r>
            <a:endParaRPr b="0" lang="en-US" sz="1800" spc="-1" strike="noStrike">
              <a:solidFill>
                <a:srgbClr val="000000"/>
              </a:solidFill>
              <a:latin typeface="Arial"/>
            </a:endParaRPr>
          </a:p>
        </p:txBody>
      </p:sp>
      <p:sp>
        <p:nvSpPr>
          <p:cNvPr id="3" name="PlaceHolder 2"/>
          <p:cNvSpPr>
            <a:spLocks noGrp="1"/>
          </p:cNvSpPr>
          <p:nvPr>
            <p:ph type="sldNum" idx="1"/>
          </p:nvPr>
        </p:nvSpPr>
        <p:spPr/>
        <p:txBody>
          <a:bodyPr/>
          <a:p>
            <a:fld id="{6A29B935-D47A-40A7-BDDB-E80BD3DC861A}" type="slidenum">
              <a:t>12</a:t>
            </a:fld>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94" name="PlaceHolder 1"/>
          <p:cNvSpPr>
            <a:spLocks noGrp="1"/>
          </p:cNvSpPr>
          <p:nvPr>
            <p:ph/>
          </p:nvPr>
        </p:nvSpPr>
        <p:spPr>
          <a:xfrm>
            <a:off x="838080" y="1874880"/>
            <a:ext cx="10514880" cy="4350600"/>
          </a:xfrm>
          <a:prstGeom prst="rect">
            <a:avLst/>
          </a:prstGeom>
          <a:noFill/>
          <a:ln w="0">
            <a:noFill/>
          </a:ln>
        </p:spPr>
        <p:txBody>
          <a:bodyPr lIns="90000" rIns="90000" tIns="45000" bIns="45000" anchor="t">
            <a:normAutofit/>
          </a:bodyPr>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Summarize what map objects such as markers, circles, lines, etc. you created and added to a folium map</a:t>
            </a:r>
            <a:endParaRPr b="0" lang="en-US" sz="2200" spc="-1" strike="noStrike">
              <a:solidFill>
                <a:srgbClr val="000000"/>
              </a:solidFill>
              <a:latin typeface="Arial"/>
            </a:endParaRPr>
          </a:p>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Explain why you added those objects</a:t>
            </a:r>
            <a:endParaRPr b="0" lang="en-US" sz="2200" spc="-1" strike="noStrike">
              <a:solidFill>
                <a:srgbClr val="000000"/>
              </a:solidFill>
              <a:latin typeface="Arial"/>
            </a:endParaRPr>
          </a:p>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Add the GitHub URL of your completed interactive map with Folium map, as an external reference and peer-review purpose</a:t>
            </a:r>
            <a:endParaRPr b="0" lang="en-US" sz="2200" spc="-1" strike="noStrike">
              <a:solidFill>
                <a:srgbClr val="000000"/>
              </a:solidFill>
              <a:latin typeface="Arial"/>
            </a:endParaRPr>
          </a:p>
          <a:p>
            <a:pPr indent="0" defTabSz="914400">
              <a:lnSpc>
                <a:spcPct val="100000"/>
              </a:lnSpc>
              <a:buNone/>
              <a:tabLst>
                <a:tab algn="l" pos="0"/>
              </a:tabLst>
            </a:pPr>
            <a:endParaRPr b="0" lang="en-US" sz="1800" spc="-1" strike="noStrike">
              <a:solidFill>
                <a:srgbClr val="000000"/>
              </a:solidFill>
              <a:latin typeface="Arial"/>
            </a:endParaRPr>
          </a:p>
          <a:p>
            <a:pPr indent="0" defTabSz="914400">
              <a:lnSpc>
                <a:spcPct val="100000"/>
              </a:lnSpc>
              <a:buNone/>
              <a:tabLst>
                <a:tab algn="l" pos="0"/>
              </a:tabLst>
            </a:pPr>
            <a:endParaRPr b="0" lang="en-US" sz="1800" spc="-1" strike="noStrike">
              <a:solidFill>
                <a:srgbClr val="000000"/>
              </a:solidFill>
              <a:latin typeface="Arial"/>
            </a:endParaRPr>
          </a:p>
        </p:txBody>
      </p:sp>
      <p:sp>
        <p:nvSpPr>
          <p:cNvPr id="95" name="Title 1"/>
          <p:cNvSpPr/>
          <p:nvPr/>
        </p:nvSpPr>
        <p:spPr>
          <a:xfrm>
            <a:off x="770040" y="538560"/>
            <a:ext cx="10514880" cy="548280"/>
          </a:xfrm>
          <a:prstGeom prst="rect">
            <a:avLst/>
          </a:prstGeom>
          <a:noFill/>
          <a:ln w="0">
            <a:noFill/>
          </a:ln>
        </p:spPr>
        <p:style>
          <a:lnRef idx="0"/>
          <a:fillRef idx="0"/>
          <a:effectRef idx="0"/>
          <a:fontRef idx="minor"/>
        </p:style>
        <p:txBody>
          <a:bodyPr lIns="90000" rIns="90000" tIns="45000" bIns="45000" anchor="ctr">
            <a:normAutofit fontScale="83888"/>
          </a:bodyPr>
          <a:p>
            <a:pPr defTabSz="914400">
              <a:lnSpc>
                <a:spcPct val="90000"/>
              </a:lnSpc>
            </a:pPr>
            <a:r>
              <a:rPr b="0" lang="en-US" sz="4000" spc="-1" strike="noStrike">
                <a:solidFill>
                  <a:srgbClr val="0b49cb"/>
                </a:solidFill>
                <a:latin typeface="Abadi"/>
                <a:ea typeface="IBM Plex Mono SemiBold"/>
              </a:rPr>
              <a:t>Build an Interactive Map with Folium</a:t>
            </a:r>
            <a:endParaRPr b="0" lang="en-US" sz="4000" spc="-1" strike="noStrike">
              <a:solidFill>
                <a:srgbClr val="000000"/>
              </a:solidFill>
              <a:latin typeface="Arial"/>
            </a:endParaRPr>
          </a:p>
        </p:txBody>
      </p:sp>
      <p:sp>
        <p:nvSpPr>
          <p:cNvPr id="3" name="PlaceHolder 2"/>
          <p:cNvSpPr>
            <a:spLocks noGrp="1"/>
          </p:cNvSpPr>
          <p:nvPr>
            <p:ph type="sldNum" idx="1"/>
          </p:nvPr>
        </p:nvSpPr>
        <p:spPr/>
        <p:txBody>
          <a:bodyPr/>
          <a:p>
            <a:fld id="{D29AE24E-A7FF-425C-A594-83852B5A8167}" type="slidenum">
              <a:t>13</a:t>
            </a:fld>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96" name="PlaceHolder 1"/>
          <p:cNvSpPr>
            <a:spLocks noGrp="1"/>
          </p:cNvSpPr>
          <p:nvPr>
            <p:ph/>
          </p:nvPr>
        </p:nvSpPr>
        <p:spPr>
          <a:xfrm>
            <a:off x="770040" y="1825560"/>
            <a:ext cx="9744840" cy="4350600"/>
          </a:xfrm>
          <a:prstGeom prst="rect">
            <a:avLst/>
          </a:prstGeom>
          <a:noFill/>
          <a:ln w="0">
            <a:noFill/>
          </a:ln>
        </p:spPr>
        <p:txBody>
          <a:bodyPr lIns="91440" rIns="91440" tIns="45720" bIns="45720" anchor="t">
            <a:normAutofit/>
          </a:bodyPr>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Summarize what plots/graphs and interactions you have added to a dashboard</a:t>
            </a:r>
            <a:endParaRPr b="0" lang="en-US" sz="2200" spc="-1" strike="noStrike">
              <a:solidFill>
                <a:srgbClr val="000000"/>
              </a:solidFill>
              <a:latin typeface="Arial"/>
            </a:endParaRPr>
          </a:p>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Explain why you added those plots and interactions</a:t>
            </a:r>
            <a:endParaRPr b="0" lang="en-US" sz="2200" spc="-1" strike="noStrike">
              <a:solidFill>
                <a:srgbClr val="000000"/>
              </a:solidFill>
              <a:latin typeface="Arial"/>
            </a:endParaRPr>
          </a:p>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Add the GitHub URL of your completed Plotly Dash lab, as an external reference and peer-review purpose</a:t>
            </a:r>
            <a:endParaRPr b="0" lang="en-US" sz="2200" spc="-1" strike="noStrike">
              <a:solidFill>
                <a:srgbClr val="000000"/>
              </a:solidFill>
              <a:latin typeface="Arial"/>
            </a:endParaRPr>
          </a:p>
          <a:p>
            <a:pPr indent="0" defTabSz="914400">
              <a:lnSpc>
                <a:spcPct val="100000"/>
              </a:lnSpc>
              <a:buNone/>
              <a:tabLst>
                <a:tab algn="l" pos="0"/>
              </a:tabLst>
            </a:pPr>
            <a:endParaRPr b="0" lang="en-US" sz="1800" spc="-1" strike="noStrike">
              <a:solidFill>
                <a:srgbClr val="000000"/>
              </a:solidFill>
              <a:latin typeface="Arial"/>
            </a:endParaRPr>
          </a:p>
        </p:txBody>
      </p:sp>
      <p:sp>
        <p:nvSpPr>
          <p:cNvPr id="97" name="Title 1"/>
          <p:cNvSpPr/>
          <p:nvPr/>
        </p:nvSpPr>
        <p:spPr>
          <a:xfrm>
            <a:off x="770040" y="538560"/>
            <a:ext cx="10514880" cy="548280"/>
          </a:xfrm>
          <a:prstGeom prst="rect">
            <a:avLst/>
          </a:prstGeom>
          <a:noFill/>
          <a:ln w="0">
            <a:noFill/>
          </a:ln>
        </p:spPr>
        <p:style>
          <a:lnRef idx="0"/>
          <a:fillRef idx="0"/>
          <a:effectRef idx="0"/>
          <a:fontRef idx="minor"/>
        </p:style>
        <p:txBody>
          <a:bodyPr lIns="90000" rIns="90000" tIns="45000" bIns="45000" anchor="ctr">
            <a:normAutofit fontScale="83888"/>
          </a:bodyPr>
          <a:p>
            <a:pPr defTabSz="914400">
              <a:lnSpc>
                <a:spcPct val="90000"/>
              </a:lnSpc>
            </a:pPr>
            <a:r>
              <a:rPr b="0" lang="en-US" sz="4000" spc="-1" strike="noStrike">
                <a:solidFill>
                  <a:srgbClr val="0b49cb"/>
                </a:solidFill>
                <a:latin typeface="Abadi"/>
                <a:ea typeface="IBM Plex Mono SemiBold"/>
              </a:rPr>
              <a:t>Build a Dashboard with Plotly Dash</a:t>
            </a:r>
            <a:endParaRPr b="0" lang="en-US" sz="4000" spc="-1" strike="noStrike">
              <a:solidFill>
                <a:srgbClr val="000000"/>
              </a:solidFill>
              <a:latin typeface="Arial"/>
            </a:endParaRPr>
          </a:p>
        </p:txBody>
      </p:sp>
      <p:sp>
        <p:nvSpPr>
          <p:cNvPr id="3" name="PlaceHolder 2"/>
          <p:cNvSpPr>
            <a:spLocks noGrp="1"/>
          </p:cNvSpPr>
          <p:nvPr>
            <p:ph type="sldNum" idx="1"/>
          </p:nvPr>
        </p:nvSpPr>
        <p:spPr/>
        <p:txBody>
          <a:bodyPr/>
          <a:p>
            <a:fld id="{7C1B2B97-7954-470A-8579-CFB366AD9D2C}" type="slidenum">
              <a:t>14</a:t>
            </a:fld>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98" name="PlaceHolder 1"/>
          <p:cNvSpPr>
            <a:spLocks noGrp="1"/>
          </p:cNvSpPr>
          <p:nvPr>
            <p:ph/>
          </p:nvPr>
        </p:nvSpPr>
        <p:spPr>
          <a:xfrm>
            <a:off x="770040" y="1825560"/>
            <a:ext cx="9744840" cy="4350600"/>
          </a:xfrm>
          <a:prstGeom prst="rect">
            <a:avLst/>
          </a:prstGeom>
          <a:noFill/>
          <a:ln w="0">
            <a:noFill/>
          </a:ln>
        </p:spPr>
        <p:txBody>
          <a:bodyPr lIns="90000" rIns="90000" tIns="45000" bIns="45000" anchor="t">
            <a:normAutofit/>
          </a:bodyPr>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Summarize how you built, evaluated, improved, and found the best performing classification model</a:t>
            </a:r>
            <a:endParaRPr b="0" lang="en-US" sz="2200" spc="-1" strike="noStrike">
              <a:solidFill>
                <a:srgbClr val="000000"/>
              </a:solidFill>
              <a:latin typeface="Arial"/>
            </a:endParaRPr>
          </a:p>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You need present your model development process using key phrases and flowchart</a:t>
            </a:r>
            <a:endParaRPr b="0" lang="en-US" sz="2200" spc="-1" strike="noStrike">
              <a:solidFill>
                <a:srgbClr val="000000"/>
              </a:solidFill>
              <a:latin typeface="Arial"/>
            </a:endParaRPr>
          </a:p>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Add the GitHub URL of your completed predictive analysis lab, as an external reference and peer-review purpose</a:t>
            </a:r>
            <a:endParaRPr b="0" lang="en-US" sz="2200" spc="-1" strike="noStrike">
              <a:solidFill>
                <a:srgbClr val="000000"/>
              </a:solidFill>
              <a:latin typeface="Arial"/>
            </a:endParaRPr>
          </a:p>
          <a:p>
            <a:pPr indent="0" defTabSz="914400">
              <a:lnSpc>
                <a:spcPct val="100000"/>
              </a:lnSpc>
              <a:buNone/>
              <a:tabLst>
                <a:tab algn="l" pos="0"/>
              </a:tabLst>
            </a:pPr>
            <a:endParaRPr b="0" lang="en-US" sz="1800" spc="-1" strike="noStrike">
              <a:solidFill>
                <a:srgbClr val="000000"/>
              </a:solidFill>
              <a:latin typeface="Arial"/>
            </a:endParaRPr>
          </a:p>
        </p:txBody>
      </p:sp>
      <p:sp>
        <p:nvSpPr>
          <p:cNvPr id="99" name="Title 1"/>
          <p:cNvSpPr/>
          <p:nvPr/>
        </p:nvSpPr>
        <p:spPr>
          <a:xfrm>
            <a:off x="770040" y="538560"/>
            <a:ext cx="10514880" cy="548280"/>
          </a:xfrm>
          <a:prstGeom prst="rect">
            <a:avLst/>
          </a:prstGeom>
          <a:noFill/>
          <a:ln w="0">
            <a:noFill/>
          </a:ln>
        </p:spPr>
        <p:style>
          <a:lnRef idx="0"/>
          <a:fillRef idx="0"/>
          <a:effectRef idx="0"/>
          <a:fontRef idx="minor"/>
        </p:style>
        <p:txBody>
          <a:bodyPr lIns="90000" rIns="90000" tIns="45000" bIns="45000" anchor="ctr">
            <a:normAutofit fontScale="83888"/>
          </a:bodyPr>
          <a:p>
            <a:pPr defTabSz="914400">
              <a:lnSpc>
                <a:spcPct val="90000"/>
              </a:lnSpc>
            </a:pPr>
            <a:r>
              <a:rPr b="0" lang="en-US" sz="4000" spc="-1" strike="noStrike">
                <a:solidFill>
                  <a:srgbClr val="0b49cb"/>
                </a:solidFill>
                <a:latin typeface="Abadi"/>
                <a:ea typeface="IBM Plex Mono SemiBold"/>
              </a:rPr>
              <a:t>Predictive Analysis (Classification)</a:t>
            </a:r>
            <a:endParaRPr b="0" lang="en-US" sz="4000" spc="-1" strike="noStrike">
              <a:solidFill>
                <a:srgbClr val="000000"/>
              </a:solidFill>
              <a:latin typeface="Arial"/>
            </a:endParaRPr>
          </a:p>
        </p:txBody>
      </p:sp>
      <p:sp>
        <p:nvSpPr>
          <p:cNvPr id="3" name="PlaceHolder 2"/>
          <p:cNvSpPr>
            <a:spLocks noGrp="1"/>
          </p:cNvSpPr>
          <p:nvPr>
            <p:ph type="sldNum" idx="1"/>
          </p:nvPr>
        </p:nvSpPr>
        <p:spPr/>
        <p:txBody>
          <a:bodyPr/>
          <a:p>
            <a:fld id="{0FAF1CA0-1432-4C5F-8D98-FD522400B49E}" type="slidenum">
              <a:t>15</a:t>
            </a:fld>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00" name="Content Placeholder 2"/>
          <p:cNvSpPr/>
          <p:nvPr/>
        </p:nvSpPr>
        <p:spPr>
          <a:xfrm>
            <a:off x="840960" y="1807200"/>
            <a:ext cx="7067880" cy="1621080"/>
          </a:xfrm>
          <a:prstGeom prst="rect">
            <a:avLst/>
          </a:prstGeom>
          <a:noFill/>
          <a:ln w="0">
            <a:noFill/>
          </a:ln>
        </p:spPr>
        <p:style>
          <a:lnRef idx="0"/>
          <a:fillRef idx="0"/>
          <a:effectRef idx="0"/>
          <a:fontRef idx="minor"/>
        </p:style>
        <p:txBody>
          <a:bodyPr lIns="90000" rIns="90000" tIns="45000" bIns="45000" anchor="t">
            <a:normAutofit/>
          </a:bodyPr>
          <a:p>
            <a:pPr marL="228600" indent="-228600" defTabSz="914400">
              <a:lnSpc>
                <a:spcPct val="100000"/>
              </a:lnSpc>
              <a:spcBef>
                <a:spcPts val="1400"/>
              </a:spcBef>
              <a:buClr>
                <a:srgbClr val="292929"/>
              </a:buClr>
              <a:buFont typeface="Arial"/>
              <a:buChar char="•"/>
            </a:pPr>
            <a:r>
              <a:rPr b="0" lang="en-US" sz="2200" spc="-1" strike="noStrike">
                <a:solidFill>
                  <a:schemeClr val="accent3">
                    <a:lumMod val="25000"/>
                  </a:schemeClr>
                </a:solidFill>
                <a:latin typeface="Abadi"/>
              </a:rPr>
              <a:t>Exploratory data analysis results</a:t>
            </a:r>
            <a:endParaRPr b="0" lang="en-US" sz="2200" spc="-1" strike="noStrike">
              <a:solidFill>
                <a:srgbClr val="000000"/>
              </a:solidFill>
              <a:latin typeface="Arial"/>
            </a:endParaRPr>
          </a:p>
          <a:p>
            <a:pPr marL="228600" indent="-228600" defTabSz="914400">
              <a:lnSpc>
                <a:spcPct val="100000"/>
              </a:lnSpc>
              <a:spcBef>
                <a:spcPts val="1400"/>
              </a:spcBef>
              <a:buClr>
                <a:srgbClr val="292929"/>
              </a:buClr>
              <a:buFont typeface="Arial"/>
              <a:buChar char="•"/>
            </a:pPr>
            <a:r>
              <a:rPr b="0" lang="en-US" sz="2200" spc="-1" strike="noStrike">
                <a:solidFill>
                  <a:schemeClr val="accent3">
                    <a:lumMod val="25000"/>
                  </a:schemeClr>
                </a:solidFill>
                <a:latin typeface="Abadi"/>
              </a:rPr>
              <a:t>Interactive analytics demo in screenshots</a:t>
            </a:r>
            <a:endParaRPr b="0" lang="en-US" sz="2200" spc="-1" strike="noStrike">
              <a:solidFill>
                <a:srgbClr val="000000"/>
              </a:solidFill>
              <a:latin typeface="Arial"/>
            </a:endParaRPr>
          </a:p>
          <a:p>
            <a:pPr marL="228600" indent="-228600" defTabSz="914400">
              <a:lnSpc>
                <a:spcPct val="100000"/>
              </a:lnSpc>
              <a:spcBef>
                <a:spcPts val="1400"/>
              </a:spcBef>
              <a:buClr>
                <a:srgbClr val="292929"/>
              </a:buClr>
              <a:buFont typeface="Arial"/>
              <a:buChar char="•"/>
            </a:pPr>
            <a:r>
              <a:rPr b="0" lang="en-US" sz="2200" spc="-1" strike="noStrike">
                <a:solidFill>
                  <a:schemeClr val="accent3">
                    <a:lumMod val="25000"/>
                  </a:schemeClr>
                </a:solidFill>
                <a:latin typeface="Abadi"/>
              </a:rPr>
              <a:t>Predictive analysis results</a:t>
            </a:r>
            <a:endParaRPr b="0" lang="en-US" sz="2200" spc="-1" strike="noStrike">
              <a:solidFill>
                <a:srgbClr val="000000"/>
              </a:solidFill>
              <a:latin typeface="Arial"/>
            </a:endParaRPr>
          </a:p>
          <a:p>
            <a:pPr defTabSz="914400">
              <a:lnSpc>
                <a:spcPct val="90000"/>
              </a:lnSpc>
              <a:spcBef>
                <a:spcPts val="499"/>
              </a:spcBef>
            </a:pPr>
            <a:endParaRPr b="0" lang="en-US" sz="1800" spc="-1" strike="noStrike">
              <a:solidFill>
                <a:srgbClr val="000000"/>
              </a:solidFill>
              <a:latin typeface="Arial"/>
            </a:endParaRPr>
          </a:p>
          <a:p>
            <a:pPr marL="457200" defTabSz="914400">
              <a:lnSpc>
                <a:spcPct val="90000"/>
              </a:lnSpc>
              <a:spcBef>
                <a:spcPts val="499"/>
              </a:spcBef>
              <a:tabLst>
                <a:tab algn="l" pos="0"/>
              </a:tabLst>
            </a:pPr>
            <a:endParaRPr b="0" lang="en-US" sz="1800" spc="-1" strike="noStrike">
              <a:solidFill>
                <a:srgbClr val="000000"/>
              </a:solidFill>
              <a:latin typeface="Arial"/>
            </a:endParaRPr>
          </a:p>
        </p:txBody>
      </p:sp>
      <p:sp>
        <p:nvSpPr>
          <p:cNvPr id="101" name="Title 1"/>
          <p:cNvSpPr/>
          <p:nvPr/>
        </p:nvSpPr>
        <p:spPr>
          <a:xfrm>
            <a:off x="770040" y="538560"/>
            <a:ext cx="10514880" cy="548280"/>
          </a:xfrm>
          <a:prstGeom prst="rect">
            <a:avLst/>
          </a:prstGeom>
          <a:noFill/>
          <a:ln w="0">
            <a:noFill/>
          </a:ln>
        </p:spPr>
        <p:style>
          <a:lnRef idx="0"/>
          <a:fillRef idx="0"/>
          <a:effectRef idx="0"/>
          <a:fontRef idx="minor"/>
        </p:style>
        <p:txBody>
          <a:bodyPr lIns="90000" rIns="90000" tIns="45000" bIns="45000" anchor="ctr">
            <a:normAutofit fontScale="83888"/>
          </a:bodyPr>
          <a:p>
            <a:pPr defTabSz="914400">
              <a:lnSpc>
                <a:spcPct val="90000"/>
              </a:lnSpc>
            </a:pPr>
            <a:r>
              <a:rPr b="0" lang="en-US" sz="4000" spc="-1" strike="noStrike">
                <a:solidFill>
                  <a:srgbClr val="0b49cb"/>
                </a:solidFill>
                <a:latin typeface="Abadi"/>
                <a:ea typeface="IBM Plex Mono SemiBold"/>
              </a:rPr>
              <a:t>Results</a:t>
            </a:r>
            <a:endParaRPr b="0" lang="en-US" sz="4000" spc="-1" strike="noStrike">
              <a:solidFill>
                <a:srgbClr val="000000"/>
              </a:solidFill>
              <a:latin typeface="Arial"/>
            </a:endParaRPr>
          </a:p>
        </p:txBody>
      </p:sp>
      <p:sp>
        <p:nvSpPr>
          <p:cNvPr id="2" name="PlaceHolder 1"/>
          <p:cNvSpPr>
            <a:spLocks noGrp="1"/>
          </p:cNvSpPr>
          <p:nvPr>
            <p:ph type="sldNum" idx="1"/>
          </p:nvPr>
        </p:nvSpPr>
        <p:spPr/>
        <p:txBody>
          <a:bodyPr/>
          <a:p>
            <a:fld id="{1FBF2B3F-4916-43C6-975D-6EF313A2C1DF}" type="slidenum">
              <a:t>16</a:t>
            </a:fld>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02" name="TextBox 1"/>
          <p:cNvSpPr/>
          <p:nvPr/>
        </p:nvSpPr>
        <p:spPr>
          <a:xfrm>
            <a:off x="749880" y="2529720"/>
            <a:ext cx="1154880" cy="363960"/>
          </a:xfrm>
          <a:prstGeom prst="rect">
            <a:avLst/>
          </a:prstGeom>
          <a:solidFill>
            <a:srgbClr val="0948cb"/>
          </a:solidFill>
          <a:ln w="0">
            <a:noFill/>
          </a:ln>
        </p:spPr>
        <p:style>
          <a:lnRef idx="0"/>
          <a:fillRef idx="0"/>
          <a:effectRef idx="0"/>
          <a:fontRef idx="minor"/>
        </p:style>
        <p:txBody>
          <a:bodyPr wrap="none" lIns="90000" rIns="90000" tIns="45000" bIns="45000" anchor="t">
            <a:spAutoFit/>
          </a:bodyPr>
          <a:p>
            <a:pPr defTabSz="914400">
              <a:lnSpc>
                <a:spcPct val="100000"/>
              </a:lnSpc>
            </a:pPr>
            <a:r>
              <a:rPr b="0" lang="en-US" sz="1800" spc="-1" strike="noStrike">
                <a:solidFill>
                  <a:schemeClr val="lt1"/>
                </a:solidFill>
                <a:latin typeface="Calibri"/>
              </a:rPr>
              <a:t>Section 2</a:t>
            </a:r>
            <a:endParaRPr b="0" lang="en-US"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03" name="PlaceHolder 1"/>
          <p:cNvSpPr>
            <a:spLocks noGrp="1"/>
          </p:cNvSpPr>
          <p:nvPr>
            <p:ph/>
          </p:nvPr>
        </p:nvSpPr>
        <p:spPr>
          <a:xfrm>
            <a:off x="865080" y="2057400"/>
            <a:ext cx="3931560" cy="3810960"/>
          </a:xfrm>
          <a:prstGeom prst="rect">
            <a:avLst/>
          </a:prstGeom>
          <a:noFill/>
          <a:ln w="0">
            <a:noFill/>
          </a:ln>
        </p:spPr>
        <p:txBody>
          <a:bodyPr lIns="90000" rIns="90000" tIns="45000" bIns="45000" anchor="t">
            <a:normAutofit/>
          </a:bodyPr>
          <a:p>
            <a:pPr marL="228600" indent="-228600" defTabSz="914400">
              <a:lnSpc>
                <a:spcPct val="100000"/>
              </a:lnSpc>
              <a:spcBef>
                <a:spcPts val="1400"/>
              </a:spcBef>
              <a:buClr>
                <a:srgbClr val="292929"/>
              </a:buClr>
              <a:buFont typeface="Arial"/>
              <a:buChar char="•"/>
            </a:pPr>
            <a:r>
              <a:rPr b="0" lang="en-CA" sz="2200" spc="-1" strike="noStrike">
                <a:solidFill>
                  <a:schemeClr val="accent3">
                    <a:lumMod val="25000"/>
                  </a:schemeClr>
                </a:solidFill>
                <a:latin typeface="Abadi"/>
              </a:rPr>
              <a:t>Show a scatter plot of Flight </a:t>
            </a:r>
            <a:r>
              <a:rPr b="0" lang="en-CA" sz="2200" spc="-1" strike="noStrike">
                <a:solidFill>
                  <a:schemeClr val="accent3">
                    <a:lumMod val="25000"/>
                  </a:schemeClr>
                </a:solidFill>
                <a:latin typeface="Abadi"/>
              </a:rPr>
              <a:t>Number vs. Launch Site</a:t>
            </a:r>
            <a:endParaRPr b="0" lang="en-US" sz="2200" spc="-1" strike="noStrike">
              <a:solidFill>
                <a:srgbClr val="000000"/>
              </a:solidFill>
              <a:latin typeface="Arial"/>
            </a:endParaRPr>
          </a:p>
          <a:p>
            <a:pPr indent="0" defTabSz="914400">
              <a:lnSpc>
                <a:spcPct val="100000"/>
              </a:lnSpc>
              <a:spcBef>
                <a:spcPts val="1400"/>
              </a:spcBef>
              <a:buNone/>
              <a:tabLst>
                <a:tab algn="l" pos="0"/>
              </a:tabLst>
            </a:pPr>
            <a:endParaRPr b="0" lang="en-US" sz="2200" spc="-1" strike="noStrike">
              <a:solidFill>
                <a:srgbClr val="000000"/>
              </a:solidFill>
              <a:latin typeface="Arial"/>
            </a:endParaRPr>
          </a:p>
          <a:p>
            <a:pPr marL="228600" indent="-228600" defTabSz="914400">
              <a:lnSpc>
                <a:spcPct val="100000"/>
              </a:lnSpc>
              <a:spcBef>
                <a:spcPts val="1400"/>
              </a:spcBef>
              <a:buClr>
                <a:srgbClr val="292929"/>
              </a:buClr>
              <a:buFont typeface="Arial"/>
              <a:buChar char="•"/>
              <a:tabLst>
                <a:tab algn="l" pos="0"/>
              </a:tabLst>
            </a:pPr>
            <a:r>
              <a:rPr b="0" lang="en-US" sz="2200" spc="-1" strike="noStrike">
                <a:solidFill>
                  <a:schemeClr val="accent3">
                    <a:lumMod val="25000"/>
                  </a:schemeClr>
                </a:solidFill>
                <a:latin typeface="Abadi"/>
              </a:rPr>
              <a:t>Show the screenshot of the scatter </a:t>
            </a:r>
            <a:r>
              <a:rPr b="0" lang="en-US" sz="2200" spc="-1" strike="noStrike">
                <a:solidFill>
                  <a:schemeClr val="accent3">
                    <a:lumMod val="25000"/>
                  </a:schemeClr>
                </a:solidFill>
                <a:latin typeface="Abadi"/>
              </a:rPr>
              <a:t>plot with explanations</a:t>
            </a:r>
            <a:endParaRPr b="0" lang="en-US" sz="2200" spc="-1" strike="noStrike">
              <a:solidFill>
                <a:srgbClr val="000000"/>
              </a:solidFill>
              <a:latin typeface="Arial"/>
            </a:endParaRPr>
          </a:p>
        </p:txBody>
      </p:sp>
      <p:sp>
        <p:nvSpPr>
          <p:cNvPr id="104" name="Title 1"/>
          <p:cNvSpPr/>
          <p:nvPr/>
        </p:nvSpPr>
        <p:spPr>
          <a:xfrm>
            <a:off x="770040" y="538560"/>
            <a:ext cx="10514880" cy="548280"/>
          </a:xfrm>
          <a:prstGeom prst="rect">
            <a:avLst/>
          </a:prstGeom>
          <a:noFill/>
          <a:ln w="0">
            <a:noFill/>
          </a:ln>
        </p:spPr>
        <p:style>
          <a:lnRef idx="0"/>
          <a:fillRef idx="0"/>
          <a:effectRef idx="0"/>
          <a:fontRef idx="minor"/>
        </p:style>
        <p:txBody>
          <a:bodyPr lIns="90000" rIns="90000" tIns="45000" bIns="45000" anchor="ctr">
            <a:normAutofit fontScale="83888"/>
          </a:bodyPr>
          <a:p>
            <a:pPr defTabSz="914400">
              <a:lnSpc>
                <a:spcPct val="90000"/>
              </a:lnSpc>
            </a:pPr>
            <a:r>
              <a:rPr b="0" lang="en-US" sz="4000" spc="-1" strike="noStrike">
                <a:solidFill>
                  <a:srgbClr val="0b49cb"/>
                </a:solidFill>
                <a:latin typeface="Abadi"/>
                <a:ea typeface="IBM Plex Mono SemiBold"/>
              </a:rPr>
              <a:t>Flight Number vs. Launch Site</a:t>
            </a:r>
            <a:endParaRPr b="0" lang="en-US" sz="4000" spc="-1" strike="noStrike">
              <a:solidFill>
                <a:srgbClr val="000000"/>
              </a:solidFill>
              <a:latin typeface="Arial"/>
            </a:endParaRPr>
          </a:p>
        </p:txBody>
      </p:sp>
      <p:sp>
        <p:nvSpPr>
          <p:cNvPr id="3" name="PlaceHolder 2"/>
          <p:cNvSpPr>
            <a:spLocks noGrp="1"/>
          </p:cNvSpPr>
          <p:nvPr>
            <p:ph type="sldNum" idx="1"/>
          </p:nvPr>
        </p:nvSpPr>
        <p:spPr/>
        <p:txBody>
          <a:bodyPr/>
          <a:p>
            <a:fld id="{91A51267-FDC0-4686-AD38-7A3272BDE913}" type="slidenum">
              <a:t>18</a:t>
            </a:fld>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05" name="PlaceHolder 1"/>
          <p:cNvSpPr>
            <a:spLocks noGrp="1"/>
          </p:cNvSpPr>
          <p:nvPr>
            <p:ph/>
          </p:nvPr>
        </p:nvSpPr>
        <p:spPr>
          <a:xfrm>
            <a:off x="770040" y="2069640"/>
            <a:ext cx="3931560" cy="3810960"/>
          </a:xfrm>
          <a:prstGeom prst="rect">
            <a:avLst/>
          </a:prstGeom>
          <a:noFill/>
          <a:ln w="0">
            <a:noFill/>
          </a:ln>
        </p:spPr>
        <p:txBody>
          <a:bodyPr lIns="90000" rIns="90000" tIns="45000" bIns="45000" anchor="t">
            <a:normAutofit/>
          </a:bodyPr>
          <a:p>
            <a:pPr marL="228600" indent="-228600" defTabSz="914400">
              <a:lnSpc>
                <a:spcPct val="100000"/>
              </a:lnSpc>
              <a:spcBef>
                <a:spcPts val="1400"/>
              </a:spcBef>
              <a:buClr>
                <a:srgbClr val="292929"/>
              </a:buClr>
              <a:buFont typeface="Arial"/>
              <a:buChar char="•"/>
            </a:pPr>
            <a:r>
              <a:rPr b="0" lang="en-CA" sz="2200" spc="-1" strike="noStrike">
                <a:solidFill>
                  <a:schemeClr val="accent3">
                    <a:lumMod val="25000"/>
                  </a:schemeClr>
                </a:solidFill>
                <a:latin typeface="Abadi"/>
              </a:rPr>
              <a:t>Show a scatter plot of Payload vs. Launch Site</a:t>
            </a:r>
            <a:endParaRPr b="0" lang="en-US" sz="2200" spc="-1" strike="noStrike">
              <a:solidFill>
                <a:srgbClr val="000000"/>
              </a:solidFill>
              <a:latin typeface="Arial"/>
            </a:endParaRPr>
          </a:p>
          <a:p>
            <a:pPr indent="0" defTabSz="914400">
              <a:lnSpc>
                <a:spcPct val="100000"/>
              </a:lnSpc>
              <a:spcBef>
                <a:spcPts val="1400"/>
              </a:spcBef>
              <a:buNone/>
              <a:tabLst>
                <a:tab algn="l" pos="0"/>
              </a:tabLst>
            </a:pPr>
            <a:endParaRPr b="0" lang="en-US" sz="2200" spc="-1" strike="noStrike">
              <a:solidFill>
                <a:srgbClr val="000000"/>
              </a:solidFill>
              <a:latin typeface="Arial"/>
            </a:endParaRPr>
          </a:p>
          <a:p>
            <a:pPr marL="228600" indent="-228600" defTabSz="914400">
              <a:lnSpc>
                <a:spcPct val="100000"/>
              </a:lnSpc>
              <a:spcBef>
                <a:spcPts val="1400"/>
              </a:spcBef>
              <a:buClr>
                <a:srgbClr val="292929"/>
              </a:buClr>
              <a:buFont typeface="Arial"/>
              <a:buChar char="•"/>
              <a:tabLst>
                <a:tab algn="l" pos="0"/>
              </a:tabLst>
            </a:pPr>
            <a:r>
              <a:rPr b="0" lang="en-US" sz="2200" spc="-1" strike="noStrike">
                <a:solidFill>
                  <a:schemeClr val="accent3">
                    <a:lumMod val="25000"/>
                  </a:schemeClr>
                </a:solidFill>
                <a:latin typeface="Abadi"/>
              </a:rPr>
              <a:t>Show the screenshot of the scatter plot with explanations</a:t>
            </a:r>
            <a:endParaRPr b="0" lang="en-US" sz="2200" spc="-1" strike="noStrike">
              <a:solidFill>
                <a:srgbClr val="000000"/>
              </a:solidFill>
              <a:latin typeface="Arial"/>
            </a:endParaRPr>
          </a:p>
        </p:txBody>
      </p:sp>
      <p:sp>
        <p:nvSpPr>
          <p:cNvPr id="106" name="Title 1"/>
          <p:cNvSpPr/>
          <p:nvPr/>
        </p:nvSpPr>
        <p:spPr>
          <a:xfrm>
            <a:off x="770040" y="538560"/>
            <a:ext cx="10514880" cy="548280"/>
          </a:xfrm>
          <a:prstGeom prst="rect">
            <a:avLst/>
          </a:prstGeom>
          <a:noFill/>
          <a:ln w="0">
            <a:noFill/>
          </a:ln>
        </p:spPr>
        <p:style>
          <a:lnRef idx="0"/>
          <a:fillRef idx="0"/>
          <a:effectRef idx="0"/>
          <a:fontRef idx="minor"/>
        </p:style>
        <p:txBody>
          <a:bodyPr lIns="90000" rIns="90000" tIns="45000" bIns="45000" anchor="ctr">
            <a:normAutofit fontScale="83888"/>
          </a:bodyPr>
          <a:p>
            <a:pPr defTabSz="914400">
              <a:lnSpc>
                <a:spcPct val="90000"/>
              </a:lnSpc>
            </a:pPr>
            <a:r>
              <a:rPr b="0" lang="en-US" sz="4000" spc="-1" strike="noStrike">
                <a:solidFill>
                  <a:srgbClr val="0b49cb"/>
                </a:solidFill>
                <a:latin typeface="Abadi"/>
                <a:ea typeface="IBM Plex Mono SemiBold"/>
              </a:rPr>
              <a:t>Payload vs. Launch Site</a:t>
            </a:r>
            <a:endParaRPr b="0" lang="en-US" sz="4000" spc="-1" strike="noStrike">
              <a:solidFill>
                <a:srgbClr val="000000"/>
              </a:solidFill>
              <a:latin typeface="Arial"/>
            </a:endParaRPr>
          </a:p>
        </p:txBody>
      </p:sp>
      <p:sp>
        <p:nvSpPr>
          <p:cNvPr id="3" name="PlaceHolder 2"/>
          <p:cNvSpPr>
            <a:spLocks noGrp="1"/>
          </p:cNvSpPr>
          <p:nvPr>
            <p:ph type="sldNum" idx="1"/>
          </p:nvPr>
        </p:nvSpPr>
        <p:spPr/>
        <p:txBody>
          <a:bodyPr/>
          <a:p>
            <a:fld id="{556D186D-D7F0-47B6-B0A2-6A8923876614}" type="slidenum">
              <a:t>19</a:t>
            </a:fld>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07" name="PlaceHolder 1"/>
          <p:cNvSpPr>
            <a:spLocks noGrp="1"/>
          </p:cNvSpPr>
          <p:nvPr>
            <p:ph/>
          </p:nvPr>
        </p:nvSpPr>
        <p:spPr>
          <a:xfrm>
            <a:off x="770040" y="2082240"/>
            <a:ext cx="3931560" cy="3810960"/>
          </a:xfrm>
          <a:prstGeom prst="rect">
            <a:avLst/>
          </a:prstGeom>
          <a:noFill/>
          <a:ln w="0">
            <a:noFill/>
          </a:ln>
        </p:spPr>
        <p:txBody>
          <a:bodyPr lIns="90000" rIns="90000" tIns="45000" bIns="45000" anchor="t">
            <a:normAutofit/>
          </a:bodyPr>
          <a:p>
            <a:pPr marL="228600" indent="-228600" defTabSz="914400">
              <a:lnSpc>
                <a:spcPct val="100000"/>
              </a:lnSpc>
              <a:spcBef>
                <a:spcPts val="1400"/>
              </a:spcBef>
              <a:buClr>
                <a:srgbClr val="292929"/>
              </a:buClr>
              <a:buFont typeface="Arial"/>
              <a:buChar char="•"/>
            </a:pPr>
            <a:r>
              <a:rPr b="0" lang="en-CA" sz="2200" spc="-1" strike="noStrike">
                <a:solidFill>
                  <a:schemeClr val="accent3">
                    <a:lumMod val="25000"/>
                  </a:schemeClr>
                </a:solidFill>
                <a:latin typeface="Abadi"/>
              </a:rPr>
              <a:t>Show a </a:t>
            </a:r>
            <a:r>
              <a:rPr b="0" lang="en-US" sz="2200" spc="-1" strike="noStrike">
                <a:solidFill>
                  <a:schemeClr val="accent3">
                    <a:lumMod val="25000"/>
                  </a:schemeClr>
                </a:solidFill>
                <a:latin typeface="Abadi"/>
              </a:rPr>
              <a:t>bar chart for the success rate of each orbit type</a:t>
            </a:r>
            <a:endParaRPr b="0" lang="en-US" sz="2200" spc="-1" strike="noStrike">
              <a:solidFill>
                <a:srgbClr val="000000"/>
              </a:solidFill>
              <a:latin typeface="Arial"/>
            </a:endParaRPr>
          </a:p>
          <a:p>
            <a:pPr indent="0" defTabSz="914400">
              <a:lnSpc>
                <a:spcPct val="100000"/>
              </a:lnSpc>
              <a:spcBef>
                <a:spcPts val="1400"/>
              </a:spcBef>
              <a:buNone/>
              <a:tabLst>
                <a:tab algn="l" pos="0"/>
              </a:tabLst>
            </a:pPr>
            <a:endParaRPr b="0" lang="en-US" sz="2200" spc="-1" strike="noStrike">
              <a:solidFill>
                <a:srgbClr val="000000"/>
              </a:solidFill>
              <a:latin typeface="Arial"/>
            </a:endParaRPr>
          </a:p>
          <a:p>
            <a:pPr marL="228600" indent="-228600" defTabSz="914400">
              <a:lnSpc>
                <a:spcPct val="100000"/>
              </a:lnSpc>
              <a:spcBef>
                <a:spcPts val="1400"/>
              </a:spcBef>
              <a:buClr>
                <a:srgbClr val="292929"/>
              </a:buClr>
              <a:buFont typeface="Arial"/>
              <a:buChar char="•"/>
              <a:tabLst>
                <a:tab algn="l" pos="0"/>
              </a:tabLst>
            </a:pPr>
            <a:r>
              <a:rPr b="0" lang="en-US" sz="2200" spc="-1" strike="noStrike">
                <a:solidFill>
                  <a:schemeClr val="accent3">
                    <a:lumMod val="25000"/>
                  </a:schemeClr>
                </a:solidFill>
                <a:latin typeface="Abadi"/>
              </a:rPr>
              <a:t>Show the screenshot of the scatter plot with explanations</a:t>
            </a:r>
            <a:endParaRPr b="0" lang="en-US" sz="2200" spc="-1" strike="noStrike">
              <a:solidFill>
                <a:srgbClr val="000000"/>
              </a:solidFill>
              <a:latin typeface="Arial"/>
            </a:endParaRPr>
          </a:p>
        </p:txBody>
      </p:sp>
      <p:sp>
        <p:nvSpPr>
          <p:cNvPr id="108" name="Title 1"/>
          <p:cNvSpPr/>
          <p:nvPr/>
        </p:nvSpPr>
        <p:spPr>
          <a:xfrm>
            <a:off x="770040" y="538560"/>
            <a:ext cx="10514880" cy="548280"/>
          </a:xfrm>
          <a:prstGeom prst="rect">
            <a:avLst/>
          </a:prstGeom>
          <a:noFill/>
          <a:ln w="0">
            <a:noFill/>
          </a:ln>
        </p:spPr>
        <p:style>
          <a:lnRef idx="0"/>
          <a:fillRef idx="0"/>
          <a:effectRef idx="0"/>
          <a:fontRef idx="minor"/>
        </p:style>
        <p:txBody>
          <a:bodyPr lIns="90000" rIns="90000" tIns="45000" bIns="45000" anchor="ctr">
            <a:normAutofit fontScale="83888"/>
          </a:bodyPr>
          <a:p>
            <a:pPr defTabSz="914400">
              <a:lnSpc>
                <a:spcPct val="90000"/>
              </a:lnSpc>
            </a:pPr>
            <a:r>
              <a:rPr b="0" lang="en-US" sz="4000" spc="-1" strike="noStrike">
                <a:solidFill>
                  <a:srgbClr val="0b49cb"/>
                </a:solidFill>
                <a:latin typeface="Abadi"/>
                <a:ea typeface="IBM Plex Mono SemiBold"/>
              </a:rPr>
              <a:t>Success Rate vs. Orbit Type</a:t>
            </a:r>
            <a:endParaRPr b="0" lang="en-US" sz="4000" spc="-1" strike="noStrike">
              <a:solidFill>
                <a:srgbClr val="000000"/>
              </a:solidFill>
              <a:latin typeface="Arial"/>
            </a:endParaRPr>
          </a:p>
        </p:txBody>
      </p:sp>
      <p:sp>
        <p:nvSpPr>
          <p:cNvPr id="3" name="PlaceHolder 2"/>
          <p:cNvSpPr>
            <a:spLocks noGrp="1"/>
          </p:cNvSpPr>
          <p:nvPr>
            <p:ph type="sldNum" idx="1"/>
          </p:nvPr>
        </p:nvSpPr>
        <p:spPr/>
        <p:txBody>
          <a:bodyPr/>
          <a:p>
            <a:fld id="{2B87AC1C-8602-4AB4-9862-442BD224DB64}" type="slidenum">
              <a:t>20</a:t>
            </a:fld>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09" name="PlaceHolder 1"/>
          <p:cNvSpPr>
            <a:spLocks noGrp="1"/>
          </p:cNvSpPr>
          <p:nvPr>
            <p:ph/>
          </p:nvPr>
        </p:nvSpPr>
        <p:spPr>
          <a:xfrm>
            <a:off x="770040" y="2069640"/>
            <a:ext cx="3931560" cy="3810960"/>
          </a:xfrm>
          <a:prstGeom prst="rect">
            <a:avLst/>
          </a:prstGeom>
          <a:noFill/>
          <a:ln w="0">
            <a:noFill/>
          </a:ln>
        </p:spPr>
        <p:txBody>
          <a:bodyPr lIns="90000" rIns="90000" tIns="45000" bIns="45000" anchor="t">
            <a:normAutofit/>
          </a:bodyPr>
          <a:p>
            <a:pPr marL="228600" indent="-228600" defTabSz="914400">
              <a:lnSpc>
                <a:spcPct val="100000"/>
              </a:lnSpc>
              <a:spcBef>
                <a:spcPts val="1400"/>
              </a:spcBef>
              <a:buClr>
                <a:srgbClr val="292929"/>
              </a:buClr>
              <a:buFont typeface="Arial"/>
              <a:buChar char="•"/>
            </a:pPr>
            <a:r>
              <a:rPr b="0" lang="en-CA" sz="2200" spc="-1" strike="noStrike">
                <a:solidFill>
                  <a:schemeClr val="accent3">
                    <a:lumMod val="25000"/>
                  </a:schemeClr>
                </a:solidFill>
                <a:latin typeface="Abadi"/>
              </a:rPr>
              <a:t>Show a </a:t>
            </a:r>
            <a:r>
              <a:rPr b="0" lang="en-US" sz="2200" spc="-1" strike="noStrike">
                <a:solidFill>
                  <a:schemeClr val="accent3">
                    <a:lumMod val="25000"/>
                  </a:schemeClr>
                </a:solidFill>
                <a:latin typeface="Abadi"/>
              </a:rPr>
              <a:t>scatter point of Flight number vs. Orbit type</a:t>
            </a:r>
            <a:endParaRPr b="0" lang="en-US" sz="2200" spc="-1" strike="noStrike">
              <a:solidFill>
                <a:srgbClr val="000000"/>
              </a:solidFill>
              <a:latin typeface="Arial"/>
            </a:endParaRPr>
          </a:p>
          <a:p>
            <a:pPr indent="0" defTabSz="914400">
              <a:lnSpc>
                <a:spcPct val="100000"/>
              </a:lnSpc>
              <a:spcBef>
                <a:spcPts val="1400"/>
              </a:spcBef>
              <a:buNone/>
              <a:tabLst>
                <a:tab algn="l" pos="0"/>
              </a:tabLst>
            </a:pPr>
            <a:endParaRPr b="0" lang="en-US" sz="2200" spc="-1" strike="noStrike">
              <a:solidFill>
                <a:srgbClr val="000000"/>
              </a:solidFill>
              <a:latin typeface="Arial"/>
            </a:endParaRPr>
          </a:p>
          <a:p>
            <a:pPr marL="228600" indent="-228600" defTabSz="914400">
              <a:lnSpc>
                <a:spcPct val="100000"/>
              </a:lnSpc>
              <a:spcBef>
                <a:spcPts val="1400"/>
              </a:spcBef>
              <a:buClr>
                <a:srgbClr val="292929"/>
              </a:buClr>
              <a:buFont typeface="Arial"/>
              <a:buChar char="•"/>
              <a:tabLst>
                <a:tab algn="l" pos="0"/>
              </a:tabLst>
            </a:pPr>
            <a:r>
              <a:rPr b="0" lang="en-US" sz="2200" spc="-1" strike="noStrike">
                <a:solidFill>
                  <a:schemeClr val="accent3">
                    <a:lumMod val="25000"/>
                  </a:schemeClr>
                </a:solidFill>
                <a:latin typeface="Abadi"/>
              </a:rPr>
              <a:t>Show the screenshot of the scatter plot with explanations</a:t>
            </a:r>
            <a:endParaRPr b="0" lang="en-US" sz="2200" spc="-1" strike="noStrike">
              <a:solidFill>
                <a:srgbClr val="000000"/>
              </a:solidFill>
              <a:latin typeface="Arial"/>
            </a:endParaRPr>
          </a:p>
        </p:txBody>
      </p:sp>
      <p:sp>
        <p:nvSpPr>
          <p:cNvPr id="110" name="Title 1"/>
          <p:cNvSpPr/>
          <p:nvPr/>
        </p:nvSpPr>
        <p:spPr>
          <a:xfrm>
            <a:off x="770040" y="538560"/>
            <a:ext cx="10514880" cy="548280"/>
          </a:xfrm>
          <a:prstGeom prst="rect">
            <a:avLst/>
          </a:prstGeom>
          <a:noFill/>
          <a:ln w="0">
            <a:noFill/>
          </a:ln>
        </p:spPr>
        <p:style>
          <a:lnRef idx="0"/>
          <a:fillRef idx="0"/>
          <a:effectRef idx="0"/>
          <a:fontRef idx="minor"/>
        </p:style>
        <p:txBody>
          <a:bodyPr lIns="90000" rIns="90000" tIns="45000" bIns="45000" anchor="ctr">
            <a:normAutofit fontScale="83888"/>
          </a:bodyPr>
          <a:p>
            <a:pPr defTabSz="914400">
              <a:lnSpc>
                <a:spcPct val="90000"/>
              </a:lnSpc>
            </a:pPr>
            <a:r>
              <a:rPr b="0" lang="en-US" sz="4000" spc="-1" strike="noStrike">
                <a:solidFill>
                  <a:srgbClr val="0b49cb"/>
                </a:solidFill>
                <a:latin typeface="Abadi"/>
                <a:ea typeface="IBM Plex Mono SemiBold"/>
              </a:rPr>
              <a:t>Flight Number vs. Orbit Type</a:t>
            </a:r>
            <a:endParaRPr b="0" lang="en-US" sz="4000" spc="-1" strike="noStrike">
              <a:solidFill>
                <a:srgbClr val="000000"/>
              </a:solidFill>
              <a:latin typeface="Arial"/>
            </a:endParaRPr>
          </a:p>
        </p:txBody>
      </p:sp>
      <p:sp>
        <p:nvSpPr>
          <p:cNvPr id="3" name="PlaceHolder 2"/>
          <p:cNvSpPr>
            <a:spLocks noGrp="1"/>
          </p:cNvSpPr>
          <p:nvPr>
            <p:ph type="sldNum" idx="1"/>
          </p:nvPr>
        </p:nvSpPr>
        <p:spPr/>
        <p:txBody>
          <a:bodyPr/>
          <a:p>
            <a:fld id="{DCDCDDBE-C88D-486E-AFCD-49ACB418DCAD}" type="slidenum">
              <a:t>21</a:t>
            </a:fld>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11" name="PlaceHolder 1"/>
          <p:cNvSpPr>
            <a:spLocks noGrp="1"/>
          </p:cNvSpPr>
          <p:nvPr>
            <p:ph/>
          </p:nvPr>
        </p:nvSpPr>
        <p:spPr>
          <a:xfrm>
            <a:off x="770040" y="2057400"/>
            <a:ext cx="3931560" cy="3810960"/>
          </a:xfrm>
          <a:prstGeom prst="rect">
            <a:avLst/>
          </a:prstGeom>
          <a:noFill/>
          <a:ln w="0">
            <a:noFill/>
          </a:ln>
        </p:spPr>
        <p:txBody>
          <a:bodyPr lIns="90000" rIns="90000" tIns="45000" bIns="45000" anchor="t">
            <a:normAutofit/>
          </a:bodyPr>
          <a:p>
            <a:pPr marL="228600" indent="-228600" defTabSz="914400">
              <a:lnSpc>
                <a:spcPct val="100000"/>
              </a:lnSpc>
              <a:spcBef>
                <a:spcPts val="1400"/>
              </a:spcBef>
              <a:buClr>
                <a:srgbClr val="292929"/>
              </a:buClr>
              <a:buFont typeface="Arial"/>
              <a:buChar char="•"/>
            </a:pPr>
            <a:r>
              <a:rPr b="0" lang="en-CA" sz="2200" spc="-1" strike="noStrike">
                <a:solidFill>
                  <a:schemeClr val="accent3">
                    <a:lumMod val="25000"/>
                  </a:schemeClr>
                </a:solidFill>
                <a:latin typeface="Abadi"/>
              </a:rPr>
              <a:t>Show a </a:t>
            </a:r>
            <a:r>
              <a:rPr b="0" lang="en-US" sz="2200" spc="-1" strike="noStrike">
                <a:solidFill>
                  <a:schemeClr val="accent3">
                    <a:lumMod val="25000"/>
                  </a:schemeClr>
                </a:solidFill>
                <a:latin typeface="Abadi"/>
              </a:rPr>
              <a:t>scatter point of payload vs. orbit type</a:t>
            </a:r>
            <a:endParaRPr b="0" lang="en-US" sz="2200" spc="-1" strike="noStrike">
              <a:solidFill>
                <a:srgbClr val="000000"/>
              </a:solidFill>
              <a:latin typeface="Arial"/>
            </a:endParaRPr>
          </a:p>
          <a:p>
            <a:pPr indent="0" defTabSz="914400">
              <a:lnSpc>
                <a:spcPct val="100000"/>
              </a:lnSpc>
              <a:spcBef>
                <a:spcPts val="1400"/>
              </a:spcBef>
              <a:buNone/>
              <a:tabLst>
                <a:tab algn="l" pos="0"/>
              </a:tabLst>
            </a:pPr>
            <a:endParaRPr b="0" lang="en-US" sz="2200" spc="-1" strike="noStrike">
              <a:solidFill>
                <a:srgbClr val="000000"/>
              </a:solidFill>
              <a:latin typeface="Arial"/>
            </a:endParaRPr>
          </a:p>
          <a:p>
            <a:pPr marL="228600" indent="-228600" defTabSz="914400">
              <a:lnSpc>
                <a:spcPct val="100000"/>
              </a:lnSpc>
              <a:spcBef>
                <a:spcPts val="1400"/>
              </a:spcBef>
              <a:buClr>
                <a:srgbClr val="292929"/>
              </a:buClr>
              <a:buFont typeface="Arial"/>
              <a:buChar char="•"/>
              <a:tabLst>
                <a:tab algn="l" pos="0"/>
              </a:tabLst>
            </a:pPr>
            <a:r>
              <a:rPr b="0" lang="en-US" sz="2200" spc="-1" strike="noStrike">
                <a:solidFill>
                  <a:schemeClr val="accent3">
                    <a:lumMod val="25000"/>
                  </a:schemeClr>
                </a:solidFill>
                <a:latin typeface="Abadi"/>
              </a:rPr>
              <a:t>Show the screenshot of the scatter plot with explanations</a:t>
            </a:r>
            <a:endParaRPr b="0" lang="en-US" sz="2200" spc="-1" strike="noStrike">
              <a:solidFill>
                <a:srgbClr val="000000"/>
              </a:solidFill>
              <a:latin typeface="Arial"/>
            </a:endParaRPr>
          </a:p>
        </p:txBody>
      </p:sp>
      <p:sp>
        <p:nvSpPr>
          <p:cNvPr id="112" name="Title 1"/>
          <p:cNvSpPr/>
          <p:nvPr/>
        </p:nvSpPr>
        <p:spPr>
          <a:xfrm>
            <a:off x="770040" y="538560"/>
            <a:ext cx="10514880" cy="548280"/>
          </a:xfrm>
          <a:prstGeom prst="rect">
            <a:avLst/>
          </a:prstGeom>
          <a:noFill/>
          <a:ln w="0">
            <a:noFill/>
          </a:ln>
        </p:spPr>
        <p:style>
          <a:lnRef idx="0"/>
          <a:fillRef idx="0"/>
          <a:effectRef idx="0"/>
          <a:fontRef idx="minor"/>
        </p:style>
        <p:txBody>
          <a:bodyPr lIns="90000" rIns="90000" tIns="45000" bIns="45000" anchor="ctr">
            <a:normAutofit fontScale="83888"/>
          </a:bodyPr>
          <a:p>
            <a:pPr defTabSz="914400">
              <a:lnSpc>
                <a:spcPct val="90000"/>
              </a:lnSpc>
            </a:pPr>
            <a:r>
              <a:rPr b="0" lang="en-US" sz="4000" spc="-1" strike="noStrike">
                <a:solidFill>
                  <a:srgbClr val="0b49cb"/>
                </a:solidFill>
                <a:latin typeface="Abadi"/>
                <a:ea typeface="IBM Plex Mono SemiBold"/>
              </a:rPr>
              <a:t>Payload vs. Orbit Type</a:t>
            </a:r>
            <a:endParaRPr b="0" lang="en-US" sz="4000" spc="-1" strike="noStrike">
              <a:solidFill>
                <a:srgbClr val="000000"/>
              </a:solidFill>
              <a:latin typeface="Arial"/>
            </a:endParaRPr>
          </a:p>
        </p:txBody>
      </p:sp>
      <p:sp>
        <p:nvSpPr>
          <p:cNvPr id="3" name="PlaceHolder 2"/>
          <p:cNvSpPr>
            <a:spLocks noGrp="1"/>
          </p:cNvSpPr>
          <p:nvPr>
            <p:ph type="sldNum" idx="1"/>
          </p:nvPr>
        </p:nvSpPr>
        <p:spPr/>
        <p:txBody>
          <a:bodyPr/>
          <a:p>
            <a:fld id="{F59AC186-223E-4651-B545-EC53F2A2E184}" type="slidenum">
              <a:t>22</a:t>
            </a:fld>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13" name="PlaceHolder 1"/>
          <p:cNvSpPr>
            <a:spLocks noGrp="1"/>
          </p:cNvSpPr>
          <p:nvPr>
            <p:ph/>
          </p:nvPr>
        </p:nvSpPr>
        <p:spPr>
          <a:xfrm>
            <a:off x="770040" y="2069640"/>
            <a:ext cx="3931560" cy="3810960"/>
          </a:xfrm>
          <a:prstGeom prst="rect">
            <a:avLst/>
          </a:prstGeom>
          <a:noFill/>
          <a:ln w="0">
            <a:noFill/>
          </a:ln>
        </p:spPr>
        <p:txBody>
          <a:bodyPr lIns="90000" rIns="90000" tIns="45000" bIns="45000" anchor="t">
            <a:normAutofit/>
          </a:bodyPr>
          <a:p>
            <a:pPr marL="228600" indent="-228600" defTabSz="914400">
              <a:lnSpc>
                <a:spcPct val="100000"/>
              </a:lnSpc>
              <a:spcBef>
                <a:spcPts val="1400"/>
              </a:spcBef>
              <a:buClr>
                <a:srgbClr val="292929"/>
              </a:buClr>
              <a:buFont typeface="Arial"/>
              <a:buChar char="•"/>
            </a:pPr>
            <a:r>
              <a:rPr b="0" lang="en-CA" sz="2200" spc="-1" strike="noStrike">
                <a:solidFill>
                  <a:schemeClr val="accent3">
                    <a:lumMod val="25000"/>
                  </a:schemeClr>
                </a:solidFill>
                <a:latin typeface="Abadi"/>
              </a:rPr>
              <a:t>Show a </a:t>
            </a:r>
            <a:r>
              <a:rPr b="0" lang="en-US" sz="2200" spc="-1" strike="noStrike">
                <a:solidFill>
                  <a:schemeClr val="accent3">
                    <a:lumMod val="25000"/>
                  </a:schemeClr>
                </a:solidFill>
                <a:latin typeface="Abadi"/>
              </a:rPr>
              <a:t>line chart of yearly average success rate</a:t>
            </a:r>
            <a:endParaRPr b="0" lang="en-US" sz="2200" spc="-1" strike="noStrike">
              <a:solidFill>
                <a:srgbClr val="000000"/>
              </a:solidFill>
              <a:latin typeface="Arial"/>
            </a:endParaRPr>
          </a:p>
          <a:p>
            <a:pPr indent="0" defTabSz="914400">
              <a:lnSpc>
                <a:spcPct val="100000"/>
              </a:lnSpc>
              <a:spcBef>
                <a:spcPts val="1400"/>
              </a:spcBef>
              <a:buNone/>
              <a:tabLst>
                <a:tab algn="l" pos="0"/>
              </a:tabLst>
            </a:pPr>
            <a:endParaRPr b="0" lang="en-US" sz="2200" spc="-1" strike="noStrike">
              <a:solidFill>
                <a:srgbClr val="000000"/>
              </a:solidFill>
              <a:latin typeface="Arial"/>
            </a:endParaRPr>
          </a:p>
          <a:p>
            <a:pPr marL="228600" indent="-228600" defTabSz="914400">
              <a:lnSpc>
                <a:spcPct val="100000"/>
              </a:lnSpc>
              <a:spcBef>
                <a:spcPts val="1400"/>
              </a:spcBef>
              <a:buClr>
                <a:srgbClr val="292929"/>
              </a:buClr>
              <a:buFont typeface="Arial"/>
              <a:buChar char="•"/>
              <a:tabLst>
                <a:tab algn="l" pos="0"/>
              </a:tabLst>
            </a:pPr>
            <a:r>
              <a:rPr b="0" lang="en-US" sz="2200" spc="-1" strike="noStrike">
                <a:solidFill>
                  <a:schemeClr val="accent3">
                    <a:lumMod val="25000"/>
                  </a:schemeClr>
                </a:solidFill>
                <a:latin typeface="Abadi"/>
              </a:rPr>
              <a:t>Show the screenshot of the scatter plot with explanations</a:t>
            </a:r>
            <a:endParaRPr b="0" lang="en-US" sz="2200" spc="-1" strike="noStrike">
              <a:solidFill>
                <a:srgbClr val="000000"/>
              </a:solidFill>
              <a:latin typeface="Arial"/>
            </a:endParaRPr>
          </a:p>
        </p:txBody>
      </p:sp>
      <p:sp>
        <p:nvSpPr>
          <p:cNvPr id="114" name="Title 1"/>
          <p:cNvSpPr/>
          <p:nvPr/>
        </p:nvSpPr>
        <p:spPr>
          <a:xfrm>
            <a:off x="770040" y="538560"/>
            <a:ext cx="10514880" cy="548280"/>
          </a:xfrm>
          <a:prstGeom prst="rect">
            <a:avLst/>
          </a:prstGeom>
          <a:noFill/>
          <a:ln w="0">
            <a:noFill/>
          </a:ln>
        </p:spPr>
        <p:style>
          <a:lnRef idx="0"/>
          <a:fillRef idx="0"/>
          <a:effectRef idx="0"/>
          <a:fontRef idx="minor"/>
        </p:style>
        <p:txBody>
          <a:bodyPr lIns="90000" rIns="90000" tIns="45000" bIns="45000" anchor="ctr">
            <a:normAutofit fontScale="83888"/>
          </a:bodyPr>
          <a:p>
            <a:pPr defTabSz="914400">
              <a:lnSpc>
                <a:spcPct val="90000"/>
              </a:lnSpc>
            </a:pPr>
            <a:r>
              <a:rPr b="0" lang="en-US" sz="4000" spc="-1" strike="noStrike">
                <a:solidFill>
                  <a:srgbClr val="0b49cb"/>
                </a:solidFill>
                <a:latin typeface="Abadi"/>
                <a:ea typeface="IBM Plex Mono SemiBold"/>
              </a:rPr>
              <a:t>Launch Success Yearly Trend</a:t>
            </a:r>
            <a:endParaRPr b="0" lang="en-US" sz="4000" spc="-1" strike="noStrike">
              <a:solidFill>
                <a:srgbClr val="000000"/>
              </a:solidFill>
              <a:latin typeface="Arial"/>
            </a:endParaRPr>
          </a:p>
        </p:txBody>
      </p:sp>
      <p:sp>
        <p:nvSpPr>
          <p:cNvPr id="3" name="PlaceHolder 2"/>
          <p:cNvSpPr>
            <a:spLocks noGrp="1"/>
          </p:cNvSpPr>
          <p:nvPr>
            <p:ph type="sldNum" idx="1"/>
          </p:nvPr>
        </p:nvSpPr>
        <p:spPr/>
        <p:txBody>
          <a:bodyPr/>
          <a:p>
            <a:fld id="{B8A62BAD-0DB0-4335-BA03-FECEA9566098}" type="slidenum">
              <a:t>23</a:t>
            </a:fld>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15" name="PlaceHolder 1"/>
          <p:cNvSpPr>
            <a:spLocks noGrp="1"/>
          </p:cNvSpPr>
          <p:nvPr>
            <p:ph/>
          </p:nvPr>
        </p:nvSpPr>
        <p:spPr>
          <a:xfrm>
            <a:off x="770040" y="1825560"/>
            <a:ext cx="9744840" cy="4350600"/>
          </a:xfrm>
          <a:prstGeom prst="rect">
            <a:avLst/>
          </a:prstGeom>
          <a:noFill/>
          <a:ln w="0">
            <a:noFill/>
          </a:ln>
        </p:spPr>
        <p:txBody>
          <a:bodyPr lIns="90000" rIns="90000" tIns="45000" bIns="45000" anchor="t">
            <a:normAutofit/>
          </a:bodyPr>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Find the names of the unique launch sites</a:t>
            </a:r>
            <a:endParaRPr b="0" lang="en-US" sz="2200" spc="-1" strike="noStrike">
              <a:solidFill>
                <a:srgbClr val="000000"/>
              </a:solidFill>
              <a:latin typeface="Arial"/>
            </a:endParaRPr>
          </a:p>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Present your query result with a short explanation here</a:t>
            </a:r>
            <a:endParaRPr b="0" lang="en-US" sz="2200" spc="-1" strike="noStrike">
              <a:solidFill>
                <a:srgbClr val="000000"/>
              </a:solidFill>
              <a:latin typeface="Arial"/>
            </a:endParaRPr>
          </a:p>
        </p:txBody>
      </p:sp>
      <p:sp>
        <p:nvSpPr>
          <p:cNvPr id="116" name="Title 1"/>
          <p:cNvSpPr/>
          <p:nvPr/>
        </p:nvSpPr>
        <p:spPr>
          <a:xfrm>
            <a:off x="770040" y="538560"/>
            <a:ext cx="10514880" cy="548280"/>
          </a:xfrm>
          <a:prstGeom prst="rect">
            <a:avLst/>
          </a:prstGeom>
          <a:noFill/>
          <a:ln w="0">
            <a:noFill/>
          </a:ln>
        </p:spPr>
        <p:style>
          <a:lnRef idx="0"/>
          <a:fillRef idx="0"/>
          <a:effectRef idx="0"/>
          <a:fontRef idx="minor"/>
        </p:style>
        <p:txBody>
          <a:bodyPr lIns="90000" rIns="90000" tIns="45000" bIns="45000" anchor="ctr">
            <a:normAutofit fontScale="83888"/>
          </a:bodyPr>
          <a:p>
            <a:pPr defTabSz="914400">
              <a:lnSpc>
                <a:spcPct val="90000"/>
              </a:lnSpc>
            </a:pPr>
            <a:r>
              <a:rPr b="0" lang="en-US" sz="4000" spc="-1" strike="noStrike">
                <a:solidFill>
                  <a:srgbClr val="0b49cb"/>
                </a:solidFill>
                <a:latin typeface="Abadi"/>
                <a:ea typeface="IBM Plex Mono SemiBold"/>
              </a:rPr>
              <a:t>All Launch Site Names</a:t>
            </a:r>
            <a:endParaRPr b="0" lang="en-US" sz="4000" spc="-1" strike="noStrike">
              <a:solidFill>
                <a:srgbClr val="000000"/>
              </a:solidFill>
              <a:latin typeface="Arial"/>
            </a:endParaRPr>
          </a:p>
        </p:txBody>
      </p:sp>
      <p:sp>
        <p:nvSpPr>
          <p:cNvPr id="3" name="PlaceHolder 2"/>
          <p:cNvSpPr>
            <a:spLocks noGrp="1"/>
          </p:cNvSpPr>
          <p:nvPr>
            <p:ph type="sldNum" idx="1"/>
          </p:nvPr>
        </p:nvSpPr>
        <p:spPr/>
        <p:txBody>
          <a:bodyPr/>
          <a:p>
            <a:fld id="{A90AF3FD-FB86-4C80-85B6-2BE944CC821E}" type="slidenum">
              <a:t>24</a:t>
            </a:fld>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17" name="PlaceHolder 1"/>
          <p:cNvSpPr>
            <a:spLocks noGrp="1"/>
          </p:cNvSpPr>
          <p:nvPr>
            <p:ph/>
          </p:nvPr>
        </p:nvSpPr>
        <p:spPr>
          <a:xfrm>
            <a:off x="770040" y="1825560"/>
            <a:ext cx="9744840" cy="4350600"/>
          </a:xfrm>
          <a:prstGeom prst="rect">
            <a:avLst/>
          </a:prstGeom>
          <a:noFill/>
          <a:ln w="0">
            <a:noFill/>
          </a:ln>
        </p:spPr>
        <p:txBody>
          <a:bodyPr lIns="90000" rIns="90000" tIns="45000" bIns="45000" anchor="t">
            <a:normAutofit/>
          </a:bodyPr>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Find 5 records where launch sites begin with `CCA`</a:t>
            </a:r>
            <a:endParaRPr b="0" lang="en-US" sz="2200" spc="-1" strike="noStrike">
              <a:solidFill>
                <a:srgbClr val="000000"/>
              </a:solidFill>
              <a:latin typeface="Arial"/>
            </a:endParaRPr>
          </a:p>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Present your query result with a short explanation here</a:t>
            </a:r>
            <a:endParaRPr b="0" lang="en-US" sz="2200" spc="-1" strike="noStrike">
              <a:solidFill>
                <a:srgbClr val="000000"/>
              </a:solidFill>
              <a:latin typeface="Arial"/>
            </a:endParaRPr>
          </a:p>
        </p:txBody>
      </p:sp>
      <p:sp>
        <p:nvSpPr>
          <p:cNvPr id="118" name="Title 1"/>
          <p:cNvSpPr/>
          <p:nvPr/>
        </p:nvSpPr>
        <p:spPr>
          <a:xfrm>
            <a:off x="770040" y="538560"/>
            <a:ext cx="10514880" cy="548280"/>
          </a:xfrm>
          <a:prstGeom prst="rect">
            <a:avLst/>
          </a:prstGeom>
          <a:noFill/>
          <a:ln w="0">
            <a:noFill/>
          </a:ln>
        </p:spPr>
        <p:style>
          <a:lnRef idx="0"/>
          <a:fillRef idx="0"/>
          <a:effectRef idx="0"/>
          <a:fontRef idx="minor"/>
        </p:style>
        <p:txBody>
          <a:bodyPr lIns="90000" rIns="90000" tIns="45000" bIns="45000" anchor="ctr">
            <a:normAutofit fontScale="83888"/>
          </a:bodyPr>
          <a:p>
            <a:pPr defTabSz="914400">
              <a:lnSpc>
                <a:spcPct val="90000"/>
              </a:lnSpc>
            </a:pPr>
            <a:r>
              <a:rPr b="0" lang="en-US" sz="4000" spc="-1" strike="noStrike">
                <a:solidFill>
                  <a:srgbClr val="0b49cb"/>
                </a:solidFill>
                <a:latin typeface="Abadi"/>
                <a:ea typeface="IBM Plex Mono SemiBold"/>
              </a:rPr>
              <a:t>Launch Site Names Begin with 'CCA'</a:t>
            </a:r>
            <a:endParaRPr b="0" lang="en-US" sz="4000" spc="-1" strike="noStrike">
              <a:solidFill>
                <a:srgbClr val="000000"/>
              </a:solidFill>
              <a:latin typeface="Arial"/>
            </a:endParaRPr>
          </a:p>
        </p:txBody>
      </p:sp>
      <p:sp>
        <p:nvSpPr>
          <p:cNvPr id="3" name="PlaceHolder 2"/>
          <p:cNvSpPr>
            <a:spLocks noGrp="1"/>
          </p:cNvSpPr>
          <p:nvPr>
            <p:ph type="sldNum" idx="1"/>
          </p:nvPr>
        </p:nvSpPr>
        <p:spPr/>
        <p:txBody>
          <a:bodyPr/>
          <a:p>
            <a:fld id="{60DF89A8-8F37-4292-AB39-8DC24E6CDC97}" type="slidenum">
              <a:t>25</a:t>
            </a:fld>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19" name="PlaceHolder 1"/>
          <p:cNvSpPr>
            <a:spLocks noGrp="1"/>
          </p:cNvSpPr>
          <p:nvPr>
            <p:ph/>
          </p:nvPr>
        </p:nvSpPr>
        <p:spPr>
          <a:xfrm>
            <a:off x="770040" y="1825560"/>
            <a:ext cx="9744840" cy="4350600"/>
          </a:xfrm>
          <a:prstGeom prst="rect">
            <a:avLst/>
          </a:prstGeom>
          <a:noFill/>
          <a:ln w="0">
            <a:noFill/>
          </a:ln>
        </p:spPr>
        <p:txBody>
          <a:bodyPr lIns="90000" rIns="90000" tIns="45000" bIns="45000" anchor="t">
            <a:normAutofit/>
          </a:bodyPr>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Calculate the total payload carried by boosters from NASA</a:t>
            </a:r>
            <a:endParaRPr b="0" lang="en-US" sz="2200" spc="-1" strike="noStrike">
              <a:solidFill>
                <a:srgbClr val="000000"/>
              </a:solidFill>
              <a:latin typeface="Arial"/>
            </a:endParaRPr>
          </a:p>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Present your query result with a short explanation here</a:t>
            </a:r>
            <a:endParaRPr b="0" lang="en-US" sz="2200" spc="-1" strike="noStrike">
              <a:solidFill>
                <a:srgbClr val="000000"/>
              </a:solidFill>
              <a:latin typeface="Arial"/>
            </a:endParaRPr>
          </a:p>
        </p:txBody>
      </p:sp>
      <p:sp>
        <p:nvSpPr>
          <p:cNvPr id="120" name="Title 1"/>
          <p:cNvSpPr/>
          <p:nvPr/>
        </p:nvSpPr>
        <p:spPr>
          <a:xfrm>
            <a:off x="770040" y="538560"/>
            <a:ext cx="10514880" cy="548280"/>
          </a:xfrm>
          <a:prstGeom prst="rect">
            <a:avLst/>
          </a:prstGeom>
          <a:noFill/>
          <a:ln w="0">
            <a:noFill/>
          </a:ln>
        </p:spPr>
        <p:style>
          <a:lnRef idx="0"/>
          <a:fillRef idx="0"/>
          <a:effectRef idx="0"/>
          <a:fontRef idx="minor"/>
        </p:style>
        <p:txBody>
          <a:bodyPr lIns="90000" rIns="90000" tIns="45000" bIns="45000" anchor="ctr">
            <a:normAutofit fontScale="83888"/>
          </a:bodyPr>
          <a:p>
            <a:pPr defTabSz="914400">
              <a:lnSpc>
                <a:spcPct val="90000"/>
              </a:lnSpc>
            </a:pPr>
            <a:r>
              <a:rPr b="0" lang="en-US" sz="4000" spc="-1" strike="noStrike">
                <a:solidFill>
                  <a:srgbClr val="0b49cb"/>
                </a:solidFill>
                <a:latin typeface="Abadi"/>
                <a:ea typeface="IBM Plex Mono SemiBold"/>
              </a:rPr>
              <a:t>Total Payload Mass</a:t>
            </a:r>
            <a:endParaRPr b="0" lang="en-US" sz="4000" spc="-1" strike="noStrike">
              <a:solidFill>
                <a:srgbClr val="000000"/>
              </a:solidFill>
              <a:latin typeface="Arial"/>
            </a:endParaRPr>
          </a:p>
        </p:txBody>
      </p:sp>
      <p:sp>
        <p:nvSpPr>
          <p:cNvPr id="3" name="PlaceHolder 2"/>
          <p:cNvSpPr>
            <a:spLocks noGrp="1"/>
          </p:cNvSpPr>
          <p:nvPr>
            <p:ph type="sldNum" idx="1"/>
          </p:nvPr>
        </p:nvSpPr>
        <p:spPr/>
        <p:txBody>
          <a:bodyPr/>
          <a:p>
            <a:fld id="{524319AF-23E7-4F6D-8CA5-5B280FF96243}" type="slidenum">
              <a:t>26</a:t>
            </a:fld>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21" name="PlaceHolder 1"/>
          <p:cNvSpPr>
            <a:spLocks noGrp="1"/>
          </p:cNvSpPr>
          <p:nvPr>
            <p:ph/>
          </p:nvPr>
        </p:nvSpPr>
        <p:spPr>
          <a:xfrm>
            <a:off x="770040" y="1825560"/>
            <a:ext cx="9744840" cy="4350600"/>
          </a:xfrm>
          <a:prstGeom prst="rect">
            <a:avLst/>
          </a:prstGeom>
          <a:noFill/>
          <a:ln w="0">
            <a:noFill/>
          </a:ln>
        </p:spPr>
        <p:txBody>
          <a:bodyPr lIns="90000" rIns="90000" tIns="45000" bIns="45000" anchor="t">
            <a:normAutofit/>
          </a:bodyPr>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Calculate the average payload mass carried by booster version F9 v1.1</a:t>
            </a:r>
            <a:endParaRPr b="0" lang="en-US" sz="2200" spc="-1" strike="noStrike">
              <a:solidFill>
                <a:srgbClr val="000000"/>
              </a:solidFill>
              <a:latin typeface="Arial"/>
            </a:endParaRPr>
          </a:p>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Present your query result with a short explanation here</a:t>
            </a:r>
            <a:endParaRPr b="0" lang="en-US" sz="2200" spc="-1" strike="noStrike">
              <a:solidFill>
                <a:srgbClr val="000000"/>
              </a:solidFill>
              <a:latin typeface="Arial"/>
            </a:endParaRPr>
          </a:p>
        </p:txBody>
      </p:sp>
      <p:sp>
        <p:nvSpPr>
          <p:cNvPr id="122" name="Title 1"/>
          <p:cNvSpPr/>
          <p:nvPr/>
        </p:nvSpPr>
        <p:spPr>
          <a:xfrm>
            <a:off x="770040" y="538560"/>
            <a:ext cx="10514880" cy="548280"/>
          </a:xfrm>
          <a:prstGeom prst="rect">
            <a:avLst/>
          </a:prstGeom>
          <a:noFill/>
          <a:ln w="0">
            <a:noFill/>
          </a:ln>
        </p:spPr>
        <p:style>
          <a:lnRef idx="0"/>
          <a:fillRef idx="0"/>
          <a:effectRef idx="0"/>
          <a:fontRef idx="minor"/>
        </p:style>
        <p:txBody>
          <a:bodyPr lIns="90000" rIns="90000" tIns="45000" bIns="45000" anchor="ctr">
            <a:normAutofit fontScale="83888"/>
          </a:bodyPr>
          <a:p>
            <a:pPr defTabSz="914400">
              <a:lnSpc>
                <a:spcPct val="90000"/>
              </a:lnSpc>
            </a:pPr>
            <a:r>
              <a:rPr b="0" lang="en-US" sz="4000" spc="-1" strike="noStrike">
                <a:solidFill>
                  <a:srgbClr val="0b49cb"/>
                </a:solidFill>
                <a:latin typeface="Abadi"/>
                <a:ea typeface="IBM Plex Mono SemiBold"/>
              </a:rPr>
              <a:t>Average Payload Mass by F9 v1.1</a:t>
            </a:r>
            <a:endParaRPr b="0" lang="en-US" sz="4000" spc="-1" strike="noStrike">
              <a:solidFill>
                <a:srgbClr val="000000"/>
              </a:solidFill>
              <a:latin typeface="Arial"/>
            </a:endParaRPr>
          </a:p>
        </p:txBody>
      </p:sp>
      <p:sp>
        <p:nvSpPr>
          <p:cNvPr id="3" name="PlaceHolder 2"/>
          <p:cNvSpPr>
            <a:spLocks noGrp="1"/>
          </p:cNvSpPr>
          <p:nvPr>
            <p:ph type="sldNum" idx="1"/>
          </p:nvPr>
        </p:nvSpPr>
        <p:spPr/>
        <p:txBody>
          <a:bodyPr/>
          <a:p>
            <a:fld id="{62C2C8C5-DBB9-4E07-80F9-8DB0FC7BD99C}" type="slidenum">
              <a:t>27</a:t>
            </a:fld>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23" name="PlaceHolder 1"/>
          <p:cNvSpPr>
            <a:spLocks noGrp="1"/>
          </p:cNvSpPr>
          <p:nvPr>
            <p:ph/>
          </p:nvPr>
        </p:nvSpPr>
        <p:spPr>
          <a:xfrm>
            <a:off x="770040" y="1825560"/>
            <a:ext cx="9744840" cy="4350600"/>
          </a:xfrm>
          <a:prstGeom prst="rect">
            <a:avLst/>
          </a:prstGeom>
          <a:noFill/>
          <a:ln w="0">
            <a:noFill/>
          </a:ln>
        </p:spPr>
        <p:txBody>
          <a:bodyPr lIns="91440" rIns="91440" tIns="45720" bIns="45720" anchor="t">
            <a:normAutofit/>
          </a:bodyPr>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Find the dates of the first successful landing outcome on ground pad</a:t>
            </a:r>
            <a:endParaRPr b="0" lang="en-US" sz="2200" spc="-1" strike="noStrike">
              <a:solidFill>
                <a:srgbClr val="000000"/>
              </a:solidFill>
              <a:latin typeface="Arial"/>
            </a:endParaRPr>
          </a:p>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Present your query result with a short explanation here</a:t>
            </a:r>
            <a:endParaRPr b="0" lang="en-US" sz="2200" spc="-1" strike="noStrike">
              <a:solidFill>
                <a:srgbClr val="000000"/>
              </a:solidFill>
              <a:latin typeface="Arial"/>
            </a:endParaRPr>
          </a:p>
        </p:txBody>
      </p:sp>
      <p:sp>
        <p:nvSpPr>
          <p:cNvPr id="124" name="Title 1"/>
          <p:cNvSpPr/>
          <p:nvPr/>
        </p:nvSpPr>
        <p:spPr>
          <a:xfrm>
            <a:off x="770040" y="538560"/>
            <a:ext cx="10514880" cy="548280"/>
          </a:xfrm>
          <a:prstGeom prst="rect">
            <a:avLst/>
          </a:prstGeom>
          <a:noFill/>
          <a:ln w="0">
            <a:noFill/>
          </a:ln>
        </p:spPr>
        <p:style>
          <a:lnRef idx="0"/>
          <a:fillRef idx="0"/>
          <a:effectRef idx="0"/>
          <a:fontRef idx="minor"/>
        </p:style>
        <p:txBody>
          <a:bodyPr lIns="90000" rIns="90000" tIns="45000" bIns="45000" anchor="ctr">
            <a:normAutofit fontScale="83888"/>
          </a:bodyPr>
          <a:p>
            <a:pPr defTabSz="914400">
              <a:lnSpc>
                <a:spcPct val="90000"/>
              </a:lnSpc>
            </a:pPr>
            <a:r>
              <a:rPr b="0" lang="en-US" sz="4000" spc="-1" strike="noStrike">
                <a:solidFill>
                  <a:srgbClr val="0b49cb"/>
                </a:solidFill>
                <a:latin typeface="Abadi"/>
                <a:ea typeface="IBM Plex Mono SemiBold"/>
              </a:rPr>
              <a:t>First Successful Ground Landing Date</a:t>
            </a:r>
            <a:endParaRPr b="0" lang="en-US" sz="4000" spc="-1" strike="noStrike">
              <a:solidFill>
                <a:srgbClr val="000000"/>
              </a:solidFill>
              <a:latin typeface="Arial"/>
            </a:endParaRPr>
          </a:p>
        </p:txBody>
      </p:sp>
      <p:sp>
        <p:nvSpPr>
          <p:cNvPr id="3" name="PlaceHolder 2"/>
          <p:cNvSpPr>
            <a:spLocks noGrp="1"/>
          </p:cNvSpPr>
          <p:nvPr>
            <p:ph type="sldNum" idx="1"/>
          </p:nvPr>
        </p:nvSpPr>
        <p:spPr/>
        <p:txBody>
          <a:bodyPr/>
          <a:p>
            <a:fld id="{68B7CF49-1DF4-4117-857D-353CBBC4B537}" type="slidenum">
              <a:t>28</a:t>
            </a:fld>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25" name="PlaceHolder 1"/>
          <p:cNvSpPr>
            <a:spLocks noGrp="1"/>
          </p:cNvSpPr>
          <p:nvPr>
            <p:ph/>
          </p:nvPr>
        </p:nvSpPr>
        <p:spPr>
          <a:xfrm>
            <a:off x="770040" y="1825560"/>
            <a:ext cx="9744840" cy="4350600"/>
          </a:xfrm>
          <a:prstGeom prst="rect">
            <a:avLst/>
          </a:prstGeom>
          <a:noFill/>
          <a:ln w="0">
            <a:noFill/>
          </a:ln>
        </p:spPr>
        <p:txBody>
          <a:bodyPr lIns="91440" rIns="91440" tIns="45720" bIns="45720" anchor="t">
            <a:normAutofit/>
          </a:bodyPr>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List the names of boosters which have successfully landed on drone ship and had payload mass greater than 4000 but less than 6000</a:t>
            </a:r>
            <a:endParaRPr b="0" lang="en-US" sz="2200" spc="-1" strike="noStrike">
              <a:solidFill>
                <a:srgbClr val="000000"/>
              </a:solidFill>
              <a:latin typeface="Arial"/>
            </a:endParaRPr>
          </a:p>
          <a:p>
            <a:pPr indent="0" defTabSz="914400">
              <a:lnSpc>
                <a:spcPct val="100000"/>
              </a:lnSpc>
              <a:spcBef>
                <a:spcPts val="1400"/>
              </a:spcBef>
              <a:buNone/>
              <a:tabLst>
                <a:tab algn="l" pos="0"/>
              </a:tabLst>
            </a:pPr>
            <a:endParaRPr b="0" lang="en-US" sz="2200" spc="-1" strike="noStrike">
              <a:solidFill>
                <a:srgbClr val="000000"/>
              </a:solidFill>
              <a:latin typeface="Arial"/>
            </a:endParaRPr>
          </a:p>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Present your query result with a short explanation here</a:t>
            </a:r>
            <a:endParaRPr b="0" lang="en-US" sz="2200" spc="-1" strike="noStrike">
              <a:solidFill>
                <a:srgbClr val="000000"/>
              </a:solidFill>
              <a:latin typeface="Arial"/>
            </a:endParaRPr>
          </a:p>
        </p:txBody>
      </p:sp>
      <p:sp>
        <p:nvSpPr>
          <p:cNvPr id="126" name="Title 1"/>
          <p:cNvSpPr/>
          <p:nvPr/>
        </p:nvSpPr>
        <p:spPr>
          <a:xfrm>
            <a:off x="770040" y="538560"/>
            <a:ext cx="10514880" cy="548280"/>
          </a:xfrm>
          <a:prstGeom prst="rect">
            <a:avLst/>
          </a:prstGeom>
          <a:noFill/>
          <a:ln w="0">
            <a:noFill/>
          </a:ln>
        </p:spPr>
        <p:style>
          <a:lnRef idx="0"/>
          <a:fillRef idx="0"/>
          <a:effectRef idx="0"/>
          <a:fontRef idx="minor"/>
        </p:style>
        <p:txBody>
          <a:bodyPr lIns="90000" rIns="90000" tIns="45000" bIns="45000" anchor="ctr">
            <a:normAutofit fontScale="62222"/>
          </a:bodyPr>
          <a:p>
            <a:pPr defTabSz="914400">
              <a:lnSpc>
                <a:spcPct val="90000"/>
              </a:lnSpc>
            </a:pPr>
            <a:r>
              <a:rPr b="0" lang="en-US" sz="4000" spc="-1" strike="noStrike">
                <a:solidFill>
                  <a:srgbClr val="0b49cb"/>
                </a:solidFill>
                <a:latin typeface="Abadi"/>
                <a:ea typeface="IBM Plex Mono SemiBold"/>
              </a:rPr>
              <a:t>Successful Drone Ship Landing with Payload between 4000 and 6000</a:t>
            </a:r>
            <a:endParaRPr b="0" lang="en-US" sz="4000" spc="-1" strike="noStrike">
              <a:solidFill>
                <a:srgbClr val="000000"/>
              </a:solidFill>
              <a:latin typeface="Arial"/>
            </a:endParaRPr>
          </a:p>
        </p:txBody>
      </p:sp>
      <p:sp>
        <p:nvSpPr>
          <p:cNvPr id="3" name="PlaceHolder 2"/>
          <p:cNvSpPr>
            <a:spLocks noGrp="1"/>
          </p:cNvSpPr>
          <p:nvPr>
            <p:ph type="sldNum" idx="1"/>
          </p:nvPr>
        </p:nvSpPr>
        <p:spPr/>
        <p:txBody>
          <a:bodyPr/>
          <a:p>
            <a:fld id="{E6D06333-63F7-4A5E-A8BF-FBCCEC9D130C}" type="slidenum">
              <a:t>29</a:t>
            </a:fld>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27" name="PlaceHolder 1"/>
          <p:cNvSpPr>
            <a:spLocks noGrp="1"/>
          </p:cNvSpPr>
          <p:nvPr>
            <p:ph/>
          </p:nvPr>
        </p:nvSpPr>
        <p:spPr>
          <a:xfrm>
            <a:off x="770040" y="1825560"/>
            <a:ext cx="9744840" cy="4350600"/>
          </a:xfrm>
          <a:prstGeom prst="rect">
            <a:avLst/>
          </a:prstGeom>
          <a:noFill/>
          <a:ln w="0">
            <a:noFill/>
          </a:ln>
        </p:spPr>
        <p:txBody>
          <a:bodyPr lIns="90000" rIns="90000" tIns="45000" bIns="45000" anchor="t">
            <a:normAutofit/>
          </a:bodyPr>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Calculate the total number of successful </a:t>
            </a:r>
            <a:r>
              <a:rPr b="0" lang="en-US" sz="2200" spc="-1" strike="noStrike">
                <a:solidFill>
                  <a:schemeClr val="accent3">
                    <a:lumMod val="25000"/>
                  </a:schemeClr>
                </a:solidFill>
                <a:latin typeface="Abadi"/>
              </a:rPr>
              <a:t>and failure mission outcomes</a:t>
            </a:r>
            <a:endParaRPr b="0" lang="en-US" sz="2200" spc="-1" strike="noStrike">
              <a:solidFill>
                <a:srgbClr val="000000"/>
              </a:solidFill>
              <a:latin typeface="Arial"/>
            </a:endParaRPr>
          </a:p>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Present your query result with a short </a:t>
            </a:r>
            <a:r>
              <a:rPr b="0" lang="en-US" sz="2200" spc="-1" strike="noStrike">
                <a:solidFill>
                  <a:schemeClr val="accent3">
                    <a:lumMod val="25000"/>
                  </a:schemeClr>
                </a:solidFill>
                <a:latin typeface="Abadi"/>
              </a:rPr>
              <a:t>explanation here</a:t>
            </a:r>
            <a:endParaRPr b="0" lang="en-US" sz="2200" spc="-1" strike="noStrike">
              <a:solidFill>
                <a:srgbClr val="000000"/>
              </a:solidFill>
              <a:latin typeface="Arial"/>
            </a:endParaRPr>
          </a:p>
        </p:txBody>
      </p:sp>
      <p:sp>
        <p:nvSpPr>
          <p:cNvPr id="128" name="Title 1"/>
          <p:cNvSpPr/>
          <p:nvPr/>
        </p:nvSpPr>
        <p:spPr>
          <a:xfrm>
            <a:off x="770040" y="538560"/>
            <a:ext cx="10514880" cy="548280"/>
          </a:xfrm>
          <a:prstGeom prst="rect">
            <a:avLst/>
          </a:prstGeom>
          <a:noFill/>
          <a:ln w="0">
            <a:noFill/>
          </a:ln>
        </p:spPr>
        <p:style>
          <a:lnRef idx="0"/>
          <a:fillRef idx="0"/>
          <a:effectRef idx="0"/>
          <a:fontRef idx="minor"/>
        </p:style>
        <p:txBody>
          <a:bodyPr lIns="90000" rIns="90000" tIns="45000" bIns="45000" anchor="ctr">
            <a:normAutofit fontScale="71666"/>
          </a:bodyPr>
          <a:p>
            <a:pPr defTabSz="914400">
              <a:lnSpc>
                <a:spcPct val="90000"/>
              </a:lnSpc>
            </a:pPr>
            <a:r>
              <a:rPr b="0" lang="en-US" sz="4000" spc="-1" strike="noStrike">
                <a:solidFill>
                  <a:srgbClr val="0b49cb"/>
                </a:solidFill>
                <a:latin typeface="Abadi"/>
                <a:ea typeface="IBM Plex Mono SemiBold"/>
              </a:rPr>
              <a:t>Total Number of Successful and Failure Mission Outcomes</a:t>
            </a:r>
            <a:endParaRPr b="0" lang="en-US" sz="4000" spc="-1" strike="noStrike">
              <a:solidFill>
                <a:srgbClr val="000000"/>
              </a:solidFill>
              <a:latin typeface="Arial"/>
            </a:endParaRPr>
          </a:p>
        </p:txBody>
      </p:sp>
      <p:sp>
        <p:nvSpPr>
          <p:cNvPr id="3" name="PlaceHolder 2"/>
          <p:cNvSpPr>
            <a:spLocks noGrp="1"/>
          </p:cNvSpPr>
          <p:nvPr>
            <p:ph type="sldNum" idx="1"/>
          </p:nvPr>
        </p:nvSpPr>
        <p:spPr/>
        <p:txBody>
          <a:bodyPr/>
          <a:p>
            <a:fld id="{793C9213-1709-41DF-9162-5CEE718470EE}" type="slidenum">
              <a:t>30</a:t>
            </a:fld>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29" name="PlaceHolder 1"/>
          <p:cNvSpPr>
            <a:spLocks noGrp="1"/>
          </p:cNvSpPr>
          <p:nvPr>
            <p:ph/>
          </p:nvPr>
        </p:nvSpPr>
        <p:spPr>
          <a:xfrm>
            <a:off x="770040" y="1825560"/>
            <a:ext cx="9744840" cy="4350600"/>
          </a:xfrm>
          <a:prstGeom prst="rect">
            <a:avLst/>
          </a:prstGeom>
          <a:noFill/>
          <a:ln w="0">
            <a:noFill/>
          </a:ln>
        </p:spPr>
        <p:txBody>
          <a:bodyPr lIns="90000" rIns="90000" tIns="45000" bIns="45000" anchor="t">
            <a:normAutofit/>
          </a:bodyPr>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List the names of the booster which have carried the maximum payload </a:t>
            </a:r>
            <a:r>
              <a:rPr b="0" lang="en-US" sz="2200" spc="-1" strike="noStrike">
                <a:solidFill>
                  <a:schemeClr val="accent3">
                    <a:lumMod val="25000"/>
                  </a:schemeClr>
                </a:solidFill>
                <a:latin typeface="Abadi"/>
              </a:rPr>
              <a:t>mass</a:t>
            </a:r>
            <a:endParaRPr b="0" lang="en-US" sz="2200" spc="-1" strike="noStrike">
              <a:solidFill>
                <a:srgbClr val="000000"/>
              </a:solidFill>
              <a:latin typeface="Arial"/>
            </a:endParaRPr>
          </a:p>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Present your query result with a short explanation here</a:t>
            </a:r>
            <a:endParaRPr b="0" lang="en-US" sz="2200" spc="-1" strike="noStrike">
              <a:solidFill>
                <a:srgbClr val="000000"/>
              </a:solidFill>
              <a:latin typeface="Arial"/>
            </a:endParaRPr>
          </a:p>
        </p:txBody>
      </p:sp>
      <p:sp>
        <p:nvSpPr>
          <p:cNvPr id="130" name="Title 1"/>
          <p:cNvSpPr/>
          <p:nvPr/>
        </p:nvSpPr>
        <p:spPr>
          <a:xfrm>
            <a:off x="770040" y="538560"/>
            <a:ext cx="10514880" cy="548280"/>
          </a:xfrm>
          <a:prstGeom prst="rect">
            <a:avLst/>
          </a:prstGeom>
          <a:noFill/>
          <a:ln w="0">
            <a:noFill/>
          </a:ln>
        </p:spPr>
        <p:style>
          <a:lnRef idx="0"/>
          <a:fillRef idx="0"/>
          <a:effectRef idx="0"/>
          <a:fontRef idx="minor"/>
        </p:style>
        <p:txBody>
          <a:bodyPr lIns="90000" rIns="90000" tIns="45000" bIns="45000" anchor="ctr">
            <a:normAutofit fontScale="83888"/>
          </a:bodyPr>
          <a:p>
            <a:pPr defTabSz="914400">
              <a:lnSpc>
                <a:spcPct val="90000"/>
              </a:lnSpc>
            </a:pPr>
            <a:r>
              <a:rPr b="0" lang="en-US" sz="4000" spc="-1" strike="noStrike">
                <a:solidFill>
                  <a:srgbClr val="0b49cb"/>
                </a:solidFill>
                <a:latin typeface="Abadi"/>
                <a:ea typeface="IBM Plex Mono SemiBold"/>
              </a:rPr>
              <a:t>Boosters Carried Maximum Payload</a:t>
            </a:r>
            <a:endParaRPr b="0" lang="en-US" sz="4000" spc="-1" strike="noStrike">
              <a:solidFill>
                <a:srgbClr val="000000"/>
              </a:solidFill>
              <a:latin typeface="Arial"/>
            </a:endParaRPr>
          </a:p>
        </p:txBody>
      </p:sp>
      <p:sp>
        <p:nvSpPr>
          <p:cNvPr id="3" name="PlaceHolder 2"/>
          <p:cNvSpPr>
            <a:spLocks noGrp="1"/>
          </p:cNvSpPr>
          <p:nvPr>
            <p:ph type="sldNum" idx="1"/>
          </p:nvPr>
        </p:nvSpPr>
        <p:spPr/>
        <p:txBody>
          <a:bodyPr/>
          <a:p>
            <a:fld id="{8584743B-0275-4B41-B454-91FB592D3918}" type="slidenum">
              <a:t>31</a:t>
            </a:fld>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31" name="PlaceHolder 1"/>
          <p:cNvSpPr>
            <a:spLocks noGrp="1"/>
          </p:cNvSpPr>
          <p:nvPr>
            <p:ph/>
          </p:nvPr>
        </p:nvSpPr>
        <p:spPr>
          <a:xfrm>
            <a:off x="770040" y="1825560"/>
            <a:ext cx="9744840" cy="4350600"/>
          </a:xfrm>
          <a:prstGeom prst="rect">
            <a:avLst/>
          </a:prstGeom>
          <a:noFill/>
          <a:ln w="0">
            <a:noFill/>
          </a:ln>
        </p:spPr>
        <p:txBody>
          <a:bodyPr lIns="91440" rIns="91440" tIns="45720" bIns="45720" anchor="t">
            <a:normAutofit/>
          </a:bodyPr>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List the failed landing_outcomes in drone ship, their booster versions, and launch site names for in year 2015</a:t>
            </a:r>
            <a:endParaRPr b="0" lang="en-US" sz="2200" spc="-1" strike="noStrike">
              <a:solidFill>
                <a:srgbClr val="000000"/>
              </a:solidFill>
              <a:latin typeface="Arial"/>
            </a:endParaRPr>
          </a:p>
          <a:p>
            <a:pPr indent="0" defTabSz="914400">
              <a:lnSpc>
                <a:spcPct val="100000"/>
              </a:lnSpc>
              <a:spcBef>
                <a:spcPts val="1400"/>
              </a:spcBef>
              <a:buNone/>
              <a:tabLst>
                <a:tab algn="l" pos="0"/>
              </a:tabLst>
            </a:pPr>
            <a:endParaRPr b="0" lang="en-US" sz="2200" spc="-1" strike="noStrike">
              <a:solidFill>
                <a:srgbClr val="000000"/>
              </a:solidFill>
              <a:latin typeface="Arial"/>
            </a:endParaRPr>
          </a:p>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Present your query result with a short explanation here</a:t>
            </a:r>
            <a:endParaRPr b="0" lang="en-US" sz="2200" spc="-1" strike="noStrike">
              <a:solidFill>
                <a:srgbClr val="000000"/>
              </a:solidFill>
              <a:latin typeface="Arial"/>
            </a:endParaRPr>
          </a:p>
        </p:txBody>
      </p:sp>
      <p:sp>
        <p:nvSpPr>
          <p:cNvPr id="132" name="Title 1"/>
          <p:cNvSpPr/>
          <p:nvPr/>
        </p:nvSpPr>
        <p:spPr>
          <a:xfrm>
            <a:off x="770040" y="538560"/>
            <a:ext cx="10514880" cy="548280"/>
          </a:xfrm>
          <a:prstGeom prst="rect">
            <a:avLst/>
          </a:prstGeom>
          <a:noFill/>
          <a:ln w="0">
            <a:noFill/>
          </a:ln>
        </p:spPr>
        <p:style>
          <a:lnRef idx="0"/>
          <a:fillRef idx="0"/>
          <a:effectRef idx="0"/>
          <a:fontRef idx="minor"/>
        </p:style>
        <p:txBody>
          <a:bodyPr lIns="90000" rIns="90000" tIns="45000" bIns="45000" anchor="ctr">
            <a:normAutofit fontScale="83888"/>
          </a:bodyPr>
          <a:p>
            <a:pPr defTabSz="914400">
              <a:lnSpc>
                <a:spcPct val="90000"/>
              </a:lnSpc>
            </a:pPr>
            <a:r>
              <a:rPr b="0" lang="en-US" sz="4000" spc="-1" strike="noStrike">
                <a:solidFill>
                  <a:srgbClr val="0b49cb"/>
                </a:solidFill>
                <a:latin typeface="Abadi"/>
                <a:ea typeface="IBM Plex Mono SemiBold"/>
              </a:rPr>
              <a:t>2015 Launch Records</a:t>
            </a:r>
            <a:endParaRPr b="0" lang="en-US" sz="4000" spc="-1" strike="noStrike">
              <a:solidFill>
                <a:srgbClr val="000000"/>
              </a:solidFill>
              <a:latin typeface="Arial"/>
            </a:endParaRPr>
          </a:p>
        </p:txBody>
      </p:sp>
      <p:sp>
        <p:nvSpPr>
          <p:cNvPr id="3" name="PlaceHolder 2"/>
          <p:cNvSpPr>
            <a:spLocks noGrp="1"/>
          </p:cNvSpPr>
          <p:nvPr>
            <p:ph type="sldNum" idx="1"/>
          </p:nvPr>
        </p:nvSpPr>
        <p:spPr/>
        <p:txBody>
          <a:bodyPr/>
          <a:p>
            <a:fld id="{B7B02878-36FA-4A31-978A-730D7F96CBE0}" type="slidenum">
              <a:t>32</a:t>
            </a:fld>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33" name="PlaceHolder 1"/>
          <p:cNvSpPr>
            <a:spLocks noGrp="1"/>
          </p:cNvSpPr>
          <p:nvPr>
            <p:ph/>
          </p:nvPr>
        </p:nvSpPr>
        <p:spPr>
          <a:xfrm>
            <a:off x="770040" y="1825560"/>
            <a:ext cx="9744840" cy="4350600"/>
          </a:xfrm>
          <a:prstGeom prst="rect">
            <a:avLst/>
          </a:prstGeom>
          <a:noFill/>
          <a:ln w="0">
            <a:noFill/>
          </a:ln>
        </p:spPr>
        <p:txBody>
          <a:bodyPr lIns="91440" rIns="91440" tIns="45720" bIns="45720" anchor="t">
            <a:noAutofit/>
          </a:bodyPr>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Rank the count of landing outcomes (such as Failure (drone ship) or Success (ground pad)) between the date 2010-06-04 and 2017-03-20, in descending order</a:t>
            </a:r>
            <a:endParaRPr b="0" lang="en-US" sz="2200" spc="-1" strike="noStrike">
              <a:solidFill>
                <a:srgbClr val="000000"/>
              </a:solidFill>
              <a:latin typeface="Arial"/>
            </a:endParaRPr>
          </a:p>
          <a:p>
            <a:pPr indent="0" defTabSz="914400">
              <a:lnSpc>
                <a:spcPct val="100000"/>
              </a:lnSpc>
              <a:spcBef>
                <a:spcPts val="1400"/>
              </a:spcBef>
              <a:buNone/>
              <a:tabLst>
                <a:tab algn="l" pos="0"/>
              </a:tabLst>
            </a:pPr>
            <a:endParaRPr b="0" lang="en-US" sz="2200" spc="-1" strike="noStrike">
              <a:solidFill>
                <a:srgbClr val="000000"/>
              </a:solidFill>
              <a:latin typeface="Arial"/>
            </a:endParaRPr>
          </a:p>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Present your query result with a short explanation here</a:t>
            </a:r>
            <a:endParaRPr b="0" lang="en-US" sz="2200" spc="-1" strike="noStrike">
              <a:solidFill>
                <a:srgbClr val="000000"/>
              </a:solidFill>
              <a:latin typeface="Arial"/>
            </a:endParaRPr>
          </a:p>
        </p:txBody>
      </p:sp>
      <p:sp>
        <p:nvSpPr>
          <p:cNvPr id="134" name="Title 1"/>
          <p:cNvSpPr/>
          <p:nvPr/>
        </p:nvSpPr>
        <p:spPr>
          <a:xfrm>
            <a:off x="770040" y="538560"/>
            <a:ext cx="10514880" cy="548280"/>
          </a:xfrm>
          <a:prstGeom prst="rect">
            <a:avLst/>
          </a:prstGeom>
          <a:noFill/>
          <a:ln w="0">
            <a:noFill/>
          </a:ln>
        </p:spPr>
        <p:style>
          <a:lnRef idx="0"/>
          <a:fillRef idx="0"/>
          <a:effectRef idx="0"/>
          <a:fontRef idx="minor"/>
        </p:style>
        <p:txBody>
          <a:bodyPr lIns="90000" rIns="90000" tIns="45000" bIns="45000" anchor="ctr">
            <a:normAutofit fontScale="70000"/>
          </a:bodyPr>
          <a:p>
            <a:pPr defTabSz="914400">
              <a:lnSpc>
                <a:spcPct val="90000"/>
              </a:lnSpc>
            </a:pPr>
            <a:r>
              <a:rPr b="0" lang="en-US" sz="4000" spc="-1" strike="noStrike">
                <a:solidFill>
                  <a:srgbClr val="0b49cb"/>
                </a:solidFill>
                <a:latin typeface="Abadi"/>
                <a:ea typeface="IBM Plex Mono SemiBold"/>
              </a:rPr>
              <a:t>Rank Landing Outcomes Between 2010-06-04 and 2017-03-20</a:t>
            </a:r>
            <a:endParaRPr b="0" lang="en-US" sz="4000" spc="-1" strike="noStrike">
              <a:solidFill>
                <a:srgbClr val="000000"/>
              </a:solidFill>
              <a:latin typeface="Arial"/>
            </a:endParaRPr>
          </a:p>
        </p:txBody>
      </p:sp>
      <p:sp>
        <p:nvSpPr>
          <p:cNvPr id="3" name="PlaceHolder 2"/>
          <p:cNvSpPr>
            <a:spLocks noGrp="1"/>
          </p:cNvSpPr>
          <p:nvPr>
            <p:ph type="sldNum" idx="1"/>
          </p:nvPr>
        </p:nvSpPr>
        <p:spPr/>
        <p:txBody>
          <a:bodyPr/>
          <a:p>
            <a:fld id="{353787F5-0BC5-42A4-817B-1C61DD55D1E4}" type="slidenum">
              <a:t>33</a:t>
            </a:fld>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35" name="TextBox 6"/>
          <p:cNvSpPr/>
          <p:nvPr/>
        </p:nvSpPr>
        <p:spPr>
          <a:xfrm>
            <a:off x="749880" y="2529720"/>
            <a:ext cx="1154880" cy="363960"/>
          </a:xfrm>
          <a:prstGeom prst="rect">
            <a:avLst/>
          </a:prstGeom>
          <a:solidFill>
            <a:srgbClr val="0948cb"/>
          </a:solidFill>
          <a:ln w="0">
            <a:noFill/>
          </a:ln>
        </p:spPr>
        <p:style>
          <a:lnRef idx="0"/>
          <a:fillRef idx="0"/>
          <a:effectRef idx="0"/>
          <a:fontRef idx="minor"/>
        </p:style>
        <p:txBody>
          <a:bodyPr wrap="none" lIns="90000" rIns="90000" tIns="45000" bIns="45000" anchor="t">
            <a:spAutoFit/>
          </a:bodyPr>
          <a:p>
            <a:pPr defTabSz="914400">
              <a:lnSpc>
                <a:spcPct val="100000"/>
              </a:lnSpc>
            </a:pPr>
            <a:r>
              <a:rPr b="0" lang="en-US" sz="1800" spc="-1" strike="noStrike">
                <a:solidFill>
                  <a:schemeClr val="lt1"/>
                </a:solidFill>
                <a:latin typeface="Calibri"/>
              </a:rPr>
              <a:t>Section 3</a:t>
            </a:r>
            <a:endParaRPr b="0" lang="en-US"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36" name="PlaceHolder 1"/>
          <p:cNvSpPr>
            <a:spLocks noGrp="1"/>
          </p:cNvSpPr>
          <p:nvPr>
            <p:ph/>
          </p:nvPr>
        </p:nvSpPr>
        <p:spPr>
          <a:xfrm>
            <a:off x="770040" y="1825560"/>
            <a:ext cx="9744840" cy="4350600"/>
          </a:xfrm>
          <a:prstGeom prst="rect">
            <a:avLst/>
          </a:prstGeom>
          <a:noFill/>
          <a:ln w="0">
            <a:noFill/>
          </a:ln>
        </p:spPr>
        <p:txBody>
          <a:bodyPr lIns="91440" rIns="91440" tIns="45720" bIns="45720" anchor="t">
            <a:normAutofit/>
          </a:bodyPr>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Replace &lt;Folium map screenshot 1&gt; title with an appropriate title</a:t>
            </a:r>
            <a:endParaRPr b="0" lang="en-US" sz="2200" spc="-1" strike="noStrike">
              <a:solidFill>
                <a:srgbClr val="000000"/>
              </a:solidFill>
              <a:latin typeface="Arial"/>
            </a:endParaRPr>
          </a:p>
          <a:p>
            <a:pPr indent="0" defTabSz="914400">
              <a:lnSpc>
                <a:spcPct val="100000"/>
              </a:lnSpc>
              <a:spcBef>
                <a:spcPts val="1400"/>
              </a:spcBef>
              <a:buNone/>
              <a:tabLst>
                <a:tab algn="l" pos="0"/>
              </a:tabLst>
            </a:pPr>
            <a:endParaRPr b="0" lang="en-US" sz="2200" spc="-1" strike="noStrike">
              <a:solidFill>
                <a:srgbClr val="000000"/>
              </a:solidFill>
              <a:latin typeface="Arial"/>
            </a:endParaRPr>
          </a:p>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Explore the generated folium map and make a proper screenshot to include all launch sites’ location markers on a global map</a:t>
            </a:r>
            <a:endParaRPr b="0" lang="en-US" sz="2200" spc="-1" strike="noStrike">
              <a:solidFill>
                <a:srgbClr val="000000"/>
              </a:solidFill>
              <a:latin typeface="Arial"/>
            </a:endParaRPr>
          </a:p>
          <a:p>
            <a:pPr indent="0" defTabSz="914400">
              <a:lnSpc>
                <a:spcPct val="100000"/>
              </a:lnSpc>
              <a:spcBef>
                <a:spcPts val="1400"/>
              </a:spcBef>
              <a:buNone/>
              <a:tabLst>
                <a:tab algn="l" pos="0"/>
              </a:tabLst>
            </a:pPr>
            <a:endParaRPr b="0" lang="en-US" sz="2200" spc="-1" strike="noStrike">
              <a:solidFill>
                <a:srgbClr val="000000"/>
              </a:solidFill>
              <a:latin typeface="Arial"/>
            </a:endParaRPr>
          </a:p>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Explain the important elements and findings on the screenshot</a:t>
            </a:r>
            <a:endParaRPr b="0" lang="en-US" sz="2200" spc="-1" strike="noStrike">
              <a:solidFill>
                <a:srgbClr val="000000"/>
              </a:solidFill>
              <a:latin typeface="Arial"/>
            </a:endParaRPr>
          </a:p>
          <a:p>
            <a:pPr indent="0" defTabSz="914400">
              <a:lnSpc>
                <a:spcPct val="100000"/>
              </a:lnSpc>
              <a:buNone/>
              <a:tabLst>
                <a:tab algn="l" pos="0"/>
              </a:tabLst>
            </a:pPr>
            <a:endParaRPr b="0" lang="en-US" sz="1800" spc="-1" strike="noStrike">
              <a:solidFill>
                <a:srgbClr val="000000"/>
              </a:solidFill>
              <a:latin typeface="Arial"/>
            </a:endParaRPr>
          </a:p>
        </p:txBody>
      </p:sp>
      <p:sp>
        <p:nvSpPr>
          <p:cNvPr id="137" name="Title 1"/>
          <p:cNvSpPr/>
          <p:nvPr/>
        </p:nvSpPr>
        <p:spPr>
          <a:xfrm>
            <a:off x="770040" y="538560"/>
            <a:ext cx="10514880" cy="548280"/>
          </a:xfrm>
          <a:prstGeom prst="rect">
            <a:avLst/>
          </a:prstGeom>
          <a:noFill/>
          <a:ln w="0">
            <a:noFill/>
          </a:ln>
        </p:spPr>
        <p:style>
          <a:lnRef idx="0"/>
          <a:fillRef idx="0"/>
          <a:effectRef idx="0"/>
          <a:fontRef idx="minor"/>
        </p:style>
        <p:txBody>
          <a:bodyPr lIns="90000" rIns="90000" tIns="45000" bIns="45000" anchor="ctr">
            <a:normAutofit fontScale="83888"/>
          </a:bodyPr>
          <a:p>
            <a:pPr defTabSz="914400">
              <a:lnSpc>
                <a:spcPct val="90000"/>
              </a:lnSpc>
            </a:pPr>
            <a:r>
              <a:rPr b="0" lang="en-US" sz="4000" spc="-1" strike="noStrike">
                <a:solidFill>
                  <a:srgbClr val="0b49cb"/>
                </a:solidFill>
                <a:latin typeface="Abadi"/>
                <a:ea typeface="IBM Plex Mono SemiBold"/>
              </a:rPr>
              <a:t>&lt;Folium Map Screenshot 1&gt;</a:t>
            </a:r>
            <a:endParaRPr b="0" lang="en-US" sz="4000" spc="-1" strike="noStrike">
              <a:solidFill>
                <a:srgbClr val="000000"/>
              </a:solidFill>
              <a:latin typeface="Arial"/>
            </a:endParaRPr>
          </a:p>
        </p:txBody>
      </p:sp>
      <p:sp>
        <p:nvSpPr>
          <p:cNvPr id="3" name="PlaceHolder 2"/>
          <p:cNvSpPr>
            <a:spLocks noGrp="1"/>
          </p:cNvSpPr>
          <p:nvPr>
            <p:ph type="sldNum" idx="1"/>
          </p:nvPr>
        </p:nvSpPr>
        <p:spPr/>
        <p:txBody>
          <a:bodyPr/>
          <a:p>
            <a:fld id="{63CA2F17-5F4B-4426-BDDD-E0EB09E887DD}" type="slidenum">
              <a:t>35</a:t>
            </a:fld>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38" name="PlaceHolder 1"/>
          <p:cNvSpPr>
            <a:spLocks noGrp="1"/>
          </p:cNvSpPr>
          <p:nvPr>
            <p:ph/>
          </p:nvPr>
        </p:nvSpPr>
        <p:spPr>
          <a:xfrm>
            <a:off x="770040" y="1825560"/>
            <a:ext cx="9744840" cy="4350600"/>
          </a:xfrm>
          <a:prstGeom prst="rect">
            <a:avLst/>
          </a:prstGeom>
          <a:noFill/>
          <a:ln w="0">
            <a:noFill/>
          </a:ln>
        </p:spPr>
        <p:txBody>
          <a:bodyPr lIns="91440" rIns="91440" tIns="45720" bIns="45720" anchor="t">
            <a:normAutofit/>
          </a:bodyPr>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Replace &lt;Folium map screenshot 2&gt; title with an appropriate title</a:t>
            </a:r>
            <a:endParaRPr b="0" lang="en-US" sz="2200" spc="-1" strike="noStrike">
              <a:solidFill>
                <a:srgbClr val="000000"/>
              </a:solidFill>
              <a:latin typeface="Arial"/>
            </a:endParaRPr>
          </a:p>
          <a:p>
            <a:pPr indent="0" defTabSz="914400">
              <a:lnSpc>
                <a:spcPct val="100000"/>
              </a:lnSpc>
              <a:spcBef>
                <a:spcPts val="1400"/>
              </a:spcBef>
              <a:buNone/>
              <a:tabLst>
                <a:tab algn="l" pos="0"/>
              </a:tabLst>
            </a:pPr>
            <a:endParaRPr b="0" lang="en-US" sz="2200" spc="-1" strike="noStrike">
              <a:solidFill>
                <a:srgbClr val="000000"/>
              </a:solidFill>
              <a:latin typeface="Arial"/>
            </a:endParaRPr>
          </a:p>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ea typeface="Calibri"/>
              </a:rPr>
              <a:t>Explore the folium map and make a proper screenshot to show the color-labeled launch outcomes on the map</a:t>
            </a:r>
            <a:endParaRPr b="0" lang="en-US" sz="2200" spc="-1" strike="noStrike">
              <a:solidFill>
                <a:srgbClr val="000000"/>
              </a:solidFill>
              <a:latin typeface="Arial"/>
            </a:endParaRPr>
          </a:p>
          <a:p>
            <a:pPr indent="0" defTabSz="914400">
              <a:lnSpc>
                <a:spcPct val="100000"/>
              </a:lnSpc>
              <a:spcBef>
                <a:spcPts val="1400"/>
              </a:spcBef>
              <a:buNone/>
              <a:tabLst>
                <a:tab algn="l" pos="0"/>
              </a:tabLst>
            </a:pPr>
            <a:endParaRPr b="0" lang="en-US" sz="2200" spc="-1" strike="noStrike">
              <a:solidFill>
                <a:srgbClr val="000000"/>
              </a:solidFill>
              <a:latin typeface="Arial"/>
            </a:endParaRPr>
          </a:p>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ea typeface="Calibri"/>
              </a:rPr>
              <a:t>Explain the important elements and findings on the screenshot</a:t>
            </a:r>
            <a:endParaRPr b="0" lang="en-US" sz="2200" spc="-1" strike="noStrike">
              <a:solidFill>
                <a:srgbClr val="000000"/>
              </a:solidFill>
              <a:latin typeface="Arial"/>
            </a:endParaRPr>
          </a:p>
          <a:p>
            <a:pPr indent="0" defTabSz="914400">
              <a:lnSpc>
                <a:spcPct val="100000"/>
              </a:lnSpc>
              <a:spcBef>
                <a:spcPts val="1400"/>
              </a:spcBef>
              <a:buNone/>
              <a:tabLst>
                <a:tab algn="l" pos="0"/>
              </a:tabLst>
            </a:pPr>
            <a:endParaRPr b="0" lang="en-US" sz="1800" spc="-1" strike="noStrike">
              <a:solidFill>
                <a:srgbClr val="000000"/>
              </a:solidFill>
              <a:latin typeface="Arial"/>
            </a:endParaRPr>
          </a:p>
        </p:txBody>
      </p:sp>
      <p:sp>
        <p:nvSpPr>
          <p:cNvPr id="139" name="Title 1"/>
          <p:cNvSpPr/>
          <p:nvPr/>
        </p:nvSpPr>
        <p:spPr>
          <a:xfrm>
            <a:off x="770040" y="538560"/>
            <a:ext cx="10514880" cy="548280"/>
          </a:xfrm>
          <a:prstGeom prst="rect">
            <a:avLst/>
          </a:prstGeom>
          <a:noFill/>
          <a:ln w="0">
            <a:noFill/>
          </a:ln>
        </p:spPr>
        <p:style>
          <a:lnRef idx="0"/>
          <a:fillRef idx="0"/>
          <a:effectRef idx="0"/>
          <a:fontRef idx="minor"/>
        </p:style>
        <p:txBody>
          <a:bodyPr lIns="90000" rIns="90000" tIns="45000" bIns="45000" anchor="ctr">
            <a:normAutofit fontScale="83888"/>
          </a:bodyPr>
          <a:p>
            <a:pPr defTabSz="914400">
              <a:lnSpc>
                <a:spcPct val="90000"/>
              </a:lnSpc>
            </a:pPr>
            <a:r>
              <a:rPr b="0" lang="en-US" sz="4000" spc="-1" strike="noStrike">
                <a:solidFill>
                  <a:srgbClr val="0b49cb"/>
                </a:solidFill>
                <a:latin typeface="Abadi"/>
                <a:ea typeface="IBM Plex Mono SemiBold"/>
              </a:rPr>
              <a:t>&lt;Folium Map Screenshot 2&gt;</a:t>
            </a:r>
            <a:endParaRPr b="0" lang="en-US" sz="4000" spc="-1" strike="noStrike">
              <a:solidFill>
                <a:srgbClr val="000000"/>
              </a:solidFill>
              <a:latin typeface="Arial"/>
            </a:endParaRPr>
          </a:p>
        </p:txBody>
      </p:sp>
      <p:sp>
        <p:nvSpPr>
          <p:cNvPr id="3" name="PlaceHolder 2"/>
          <p:cNvSpPr>
            <a:spLocks noGrp="1"/>
          </p:cNvSpPr>
          <p:nvPr>
            <p:ph type="sldNum" idx="1"/>
          </p:nvPr>
        </p:nvSpPr>
        <p:spPr/>
        <p:txBody>
          <a:bodyPr/>
          <a:p>
            <a:fld id="{E079A893-BE02-47E4-BD26-E798BBAD23C8}" type="slidenum">
              <a:t>36</a:t>
            </a:fld>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40" name="PlaceHolder 1"/>
          <p:cNvSpPr>
            <a:spLocks noGrp="1"/>
          </p:cNvSpPr>
          <p:nvPr>
            <p:ph/>
          </p:nvPr>
        </p:nvSpPr>
        <p:spPr>
          <a:xfrm>
            <a:off x="770040" y="1690560"/>
            <a:ext cx="8597160" cy="4314240"/>
          </a:xfrm>
          <a:prstGeom prst="rect">
            <a:avLst/>
          </a:prstGeom>
          <a:noFill/>
          <a:ln w="0">
            <a:noFill/>
          </a:ln>
        </p:spPr>
        <p:txBody>
          <a:bodyPr lIns="91440" rIns="91440" tIns="45720" bIns="45720" anchor="t">
            <a:normAutofit/>
          </a:bodyPr>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Replace &lt;Folium map screenshot 3&gt; title with an appropriate title</a:t>
            </a:r>
            <a:endParaRPr b="0" lang="en-US" sz="2200" spc="-1" strike="noStrike">
              <a:solidFill>
                <a:srgbClr val="000000"/>
              </a:solidFill>
              <a:latin typeface="Arial"/>
            </a:endParaRPr>
          </a:p>
          <a:p>
            <a:pPr indent="0" defTabSz="914400">
              <a:lnSpc>
                <a:spcPct val="100000"/>
              </a:lnSpc>
              <a:spcBef>
                <a:spcPts val="1400"/>
              </a:spcBef>
              <a:buNone/>
              <a:tabLst>
                <a:tab algn="l" pos="0"/>
              </a:tabLst>
            </a:pPr>
            <a:endParaRPr b="0" lang="en-US" sz="2200" spc="-1" strike="noStrike">
              <a:solidFill>
                <a:srgbClr val="000000"/>
              </a:solidFill>
              <a:latin typeface="Arial"/>
            </a:endParaRPr>
          </a:p>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Explore the generated folium map and show the screenshot of a selected launch site to its proximities such as railway, highway, coastline, with distance calculated and displayed</a:t>
            </a:r>
            <a:endParaRPr b="0" lang="en-US" sz="2200" spc="-1" strike="noStrike">
              <a:solidFill>
                <a:srgbClr val="000000"/>
              </a:solidFill>
              <a:latin typeface="Arial"/>
            </a:endParaRPr>
          </a:p>
          <a:p>
            <a:pPr indent="0" defTabSz="914400">
              <a:lnSpc>
                <a:spcPct val="100000"/>
              </a:lnSpc>
              <a:spcBef>
                <a:spcPts val="1400"/>
              </a:spcBef>
              <a:buNone/>
              <a:tabLst>
                <a:tab algn="l" pos="0"/>
              </a:tabLst>
            </a:pPr>
            <a:endParaRPr b="0" lang="en-US" sz="2200" spc="-1" strike="noStrike">
              <a:solidFill>
                <a:srgbClr val="000000"/>
              </a:solidFill>
              <a:latin typeface="Arial"/>
            </a:endParaRPr>
          </a:p>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Explain the important elements and findings on the screenshot</a:t>
            </a:r>
            <a:endParaRPr b="0" lang="en-US" sz="2200" spc="-1" strike="noStrike">
              <a:solidFill>
                <a:srgbClr val="000000"/>
              </a:solidFill>
              <a:latin typeface="Arial"/>
            </a:endParaRPr>
          </a:p>
          <a:p>
            <a:pPr indent="0" defTabSz="914400">
              <a:lnSpc>
                <a:spcPct val="100000"/>
              </a:lnSpc>
              <a:spcBef>
                <a:spcPts val="1400"/>
              </a:spcBef>
              <a:buNone/>
              <a:tabLst>
                <a:tab algn="l" pos="0"/>
              </a:tabLst>
            </a:pPr>
            <a:endParaRPr b="0" lang="en-US" sz="2200" spc="-1" strike="noStrike">
              <a:solidFill>
                <a:srgbClr val="000000"/>
              </a:solidFill>
              <a:latin typeface="Arial"/>
            </a:endParaRPr>
          </a:p>
        </p:txBody>
      </p:sp>
      <p:sp>
        <p:nvSpPr>
          <p:cNvPr id="141" name="Title 1"/>
          <p:cNvSpPr/>
          <p:nvPr/>
        </p:nvSpPr>
        <p:spPr>
          <a:xfrm>
            <a:off x="770040" y="538560"/>
            <a:ext cx="10514880" cy="548280"/>
          </a:xfrm>
          <a:prstGeom prst="rect">
            <a:avLst/>
          </a:prstGeom>
          <a:noFill/>
          <a:ln w="0">
            <a:noFill/>
          </a:ln>
        </p:spPr>
        <p:style>
          <a:lnRef idx="0"/>
          <a:fillRef idx="0"/>
          <a:effectRef idx="0"/>
          <a:fontRef idx="minor"/>
        </p:style>
        <p:txBody>
          <a:bodyPr lIns="90000" rIns="90000" tIns="45000" bIns="45000" anchor="ctr">
            <a:normAutofit fontScale="83888"/>
          </a:bodyPr>
          <a:p>
            <a:pPr defTabSz="914400">
              <a:lnSpc>
                <a:spcPct val="90000"/>
              </a:lnSpc>
            </a:pPr>
            <a:r>
              <a:rPr b="0" lang="en-US" sz="4000" spc="-1" strike="noStrike">
                <a:solidFill>
                  <a:srgbClr val="0b49cb"/>
                </a:solidFill>
                <a:latin typeface="Abadi"/>
                <a:ea typeface="IBM Plex Mono SemiBold"/>
              </a:rPr>
              <a:t>&lt;Folium Map Screenshot 3&gt;</a:t>
            </a:r>
            <a:endParaRPr b="0" lang="en-US" sz="4000" spc="-1" strike="noStrike">
              <a:solidFill>
                <a:srgbClr val="000000"/>
              </a:solidFill>
              <a:latin typeface="Arial"/>
            </a:endParaRPr>
          </a:p>
        </p:txBody>
      </p:sp>
      <p:sp>
        <p:nvSpPr>
          <p:cNvPr id="3" name="PlaceHolder 2"/>
          <p:cNvSpPr>
            <a:spLocks noGrp="1"/>
          </p:cNvSpPr>
          <p:nvPr>
            <p:ph type="sldNum" idx="1"/>
          </p:nvPr>
        </p:nvSpPr>
        <p:spPr/>
        <p:txBody>
          <a:bodyPr/>
          <a:p>
            <a:fld id="{0A8F377C-EF75-4E35-8E16-F26D2FBBE395}" type="slidenum">
              <a:t>37</a:t>
            </a:fld>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42" name="TextBox 1"/>
          <p:cNvSpPr/>
          <p:nvPr/>
        </p:nvSpPr>
        <p:spPr>
          <a:xfrm>
            <a:off x="749880" y="2529720"/>
            <a:ext cx="1154880" cy="363960"/>
          </a:xfrm>
          <a:prstGeom prst="rect">
            <a:avLst/>
          </a:prstGeom>
          <a:solidFill>
            <a:srgbClr val="0948cb"/>
          </a:solidFill>
          <a:ln w="0">
            <a:noFill/>
          </a:ln>
        </p:spPr>
        <p:style>
          <a:lnRef idx="0"/>
          <a:fillRef idx="0"/>
          <a:effectRef idx="0"/>
          <a:fontRef idx="minor"/>
        </p:style>
        <p:txBody>
          <a:bodyPr wrap="none" lIns="90000" rIns="90000" tIns="45000" bIns="45000" anchor="t">
            <a:spAutoFit/>
          </a:bodyPr>
          <a:p>
            <a:pPr defTabSz="914400">
              <a:lnSpc>
                <a:spcPct val="100000"/>
              </a:lnSpc>
            </a:pPr>
            <a:r>
              <a:rPr b="0" lang="en-US" sz="1800" spc="-1" strike="noStrike">
                <a:solidFill>
                  <a:schemeClr val="lt1"/>
                </a:solidFill>
                <a:latin typeface="Calibri"/>
              </a:rPr>
              <a:t>Section 4</a:t>
            </a:r>
            <a:endParaRPr b="0" lang="en-US"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43" name="PlaceHolder 1"/>
          <p:cNvSpPr>
            <a:spLocks noGrp="1"/>
          </p:cNvSpPr>
          <p:nvPr>
            <p:ph/>
          </p:nvPr>
        </p:nvSpPr>
        <p:spPr>
          <a:xfrm>
            <a:off x="770040" y="1825560"/>
            <a:ext cx="9744840" cy="4350600"/>
          </a:xfrm>
          <a:prstGeom prst="rect">
            <a:avLst/>
          </a:prstGeom>
          <a:noFill/>
          <a:ln w="0">
            <a:noFill/>
          </a:ln>
        </p:spPr>
        <p:txBody>
          <a:bodyPr lIns="91440" rIns="91440" tIns="45720" bIns="45720" anchor="t">
            <a:normAutofit/>
          </a:bodyPr>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Replace &lt;Dashboard screenshot 1&gt; title with an appropriate title</a:t>
            </a:r>
            <a:endParaRPr b="0" lang="en-US" sz="2200" spc="-1" strike="noStrike">
              <a:solidFill>
                <a:srgbClr val="000000"/>
              </a:solidFill>
              <a:latin typeface="Arial"/>
            </a:endParaRPr>
          </a:p>
          <a:p>
            <a:pPr indent="0" defTabSz="914400">
              <a:lnSpc>
                <a:spcPct val="100000"/>
              </a:lnSpc>
              <a:spcBef>
                <a:spcPts val="1400"/>
              </a:spcBef>
              <a:buNone/>
              <a:tabLst>
                <a:tab algn="l" pos="0"/>
              </a:tabLst>
            </a:pPr>
            <a:endParaRPr b="0" lang="en-US" sz="2200" spc="-1" strike="noStrike">
              <a:solidFill>
                <a:srgbClr val="000000"/>
              </a:solidFill>
              <a:latin typeface="Arial"/>
            </a:endParaRPr>
          </a:p>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Show the screenshot of launch success count for all sites, in a piechart</a:t>
            </a:r>
            <a:endParaRPr b="0" lang="en-US" sz="2200" spc="-1" strike="noStrike">
              <a:solidFill>
                <a:srgbClr val="000000"/>
              </a:solidFill>
              <a:latin typeface="Arial"/>
            </a:endParaRPr>
          </a:p>
          <a:p>
            <a:pPr indent="0" defTabSz="914400">
              <a:lnSpc>
                <a:spcPct val="100000"/>
              </a:lnSpc>
              <a:spcBef>
                <a:spcPts val="1400"/>
              </a:spcBef>
              <a:buNone/>
              <a:tabLst>
                <a:tab algn="l" pos="0"/>
              </a:tabLst>
            </a:pPr>
            <a:endParaRPr b="0" lang="en-US" sz="2200" spc="-1" strike="noStrike">
              <a:solidFill>
                <a:srgbClr val="000000"/>
              </a:solidFill>
              <a:latin typeface="Arial"/>
            </a:endParaRPr>
          </a:p>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Explain the important elements and findings on the screenshot</a:t>
            </a:r>
            <a:endParaRPr b="0" lang="en-US" sz="2200" spc="-1" strike="noStrike">
              <a:solidFill>
                <a:srgbClr val="000000"/>
              </a:solidFill>
              <a:latin typeface="Arial"/>
            </a:endParaRPr>
          </a:p>
          <a:p>
            <a:pPr indent="0" defTabSz="914400">
              <a:lnSpc>
                <a:spcPct val="100000"/>
              </a:lnSpc>
              <a:spcBef>
                <a:spcPts val="1400"/>
              </a:spcBef>
              <a:buNone/>
              <a:tabLst>
                <a:tab algn="l" pos="0"/>
              </a:tabLst>
            </a:pPr>
            <a:endParaRPr b="0" lang="en-US" sz="2200" spc="-1" strike="noStrike">
              <a:solidFill>
                <a:srgbClr val="000000"/>
              </a:solidFill>
              <a:latin typeface="Arial"/>
            </a:endParaRPr>
          </a:p>
        </p:txBody>
      </p:sp>
      <p:sp>
        <p:nvSpPr>
          <p:cNvPr id="144" name="Title 1"/>
          <p:cNvSpPr/>
          <p:nvPr/>
        </p:nvSpPr>
        <p:spPr>
          <a:xfrm>
            <a:off x="770040" y="538560"/>
            <a:ext cx="10514880" cy="548280"/>
          </a:xfrm>
          <a:prstGeom prst="rect">
            <a:avLst/>
          </a:prstGeom>
          <a:noFill/>
          <a:ln w="0">
            <a:noFill/>
          </a:ln>
        </p:spPr>
        <p:style>
          <a:lnRef idx="0"/>
          <a:fillRef idx="0"/>
          <a:effectRef idx="0"/>
          <a:fontRef idx="minor"/>
        </p:style>
        <p:txBody>
          <a:bodyPr lIns="90000" rIns="90000" tIns="45000" bIns="45000" anchor="ctr">
            <a:normAutofit fontScale="83888"/>
          </a:bodyPr>
          <a:p>
            <a:pPr defTabSz="914400">
              <a:lnSpc>
                <a:spcPct val="90000"/>
              </a:lnSpc>
            </a:pPr>
            <a:r>
              <a:rPr b="0" lang="en-US" sz="4000" spc="-1" strike="noStrike">
                <a:solidFill>
                  <a:srgbClr val="0b49cb"/>
                </a:solidFill>
                <a:latin typeface="Abadi"/>
                <a:ea typeface="IBM Plex Mono SemiBold"/>
              </a:rPr>
              <a:t>&lt;Dashboard Screenshot 1&gt;</a:t>
            </a:r>
            <a:endParaRPr b="0" lang="en-US" sz="4000" spc="-1" strike="noStrike">
              <a:solidFill>
                <a:srgbClr val="000000"/>
              </a:solidFill>
              <a:latin typeface="Arial"/>
            </a:endParaRPr>
          </a:p>
        </p:txBody>
      </p:sp>
      <p:sp>
        <p:nvSpPr>
          <p:cNvPr id="3" name="PlaceHolder 2"/>
          <p:cNvSpPr>
            <a:spLocks noGrp="1"/>
          </p:cNvSpPr>
          <p:nvPr>
            <p:ph type="sldNum" idx="1"/>
          </p:nvPr>
        </p:nvSpPr>
        <p:spPr/>
        <p:txBody>
          <a:bodyPr/>
          <a:p>
            <a:fld id="{8BC01D15-5E62-48B0-B0BD-A0475FFCEEFB}" type="slidenum">
              <a:t>39</a:t>
            </a:fld>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45" name="PlaceHolder 1"/>
          <p:cNvSpPr>
            <a:spLocks noGrp="1"/>
          </p:cNvSpPr>
          <p:nvPr>
            <p:ph/>
          </p:nvPr>
        </p:nvSpPr>
        <p:spPr>
          <a:xfrm>
            <a:off x="734040" y="1825560"/>
            <a:ext cx="10550880" cy="4350600"/>
          </a:xfrm>
          <a:prstGeom prst="rect">
            <a:avLst/>
          </a:prstGeom>
          <a:noFill/>
          <a:ln w="0">
            <a:noFill/>
          </a:ln>
        </p:spPr>
        <p:txBody>
          <a:bodyPr lIns="91440" rIns="91440" tIns="45720" bIns="45720" anchor="t">
            <a:normAutofit/>
          </a:bodyPr>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Replace &lt;Dashboard screenshot 2&gt; title with an appropriate title</a:t>
            </a:r>
            <a:endParaRPr b="0" lang="en-US" sz="2200" spc="-1" strike="noStrike">
              <a:solidFill>
                <a:srgbClr val="000000"/>
              </a:solidFill>
              <a:latin typeface="Arial"/>
            </a:endParaRPr>
          </a:p>
          <a:p>
            <a:pPr indent="0" defTabSz="914400">
              <a:lnSpc>
                <a:spcPct val="100000"/>
              </a:lnSpc>
              <a:spcBef>
                <a:spcPts val="1400"/>
              </a:spcBef>
              <a:buNone/>
              <a:tabLst>
                <a:tab algn="l" pos="0"/>
              </a:tabLst>
            </a:pPr>
            <a:endParaRPr b="0" lang="en-US" sz="2200" spc="-1" strike="noStrike">
              <a:solidFill>
                <a:srgbClr val="000000"/>
              </a:solidFill>
              <a:latin typeface="Arial"/>
            </a:endParaRPr>
          </a:p>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Show the screenshot of the piechart for the launch site with highest launch success ratio</a:t>
            </a:r>
            <a:endParaRPr b="0" lang="en-US" sz="2200" spc="-1" strike="noStrike">
              <a:solidFill>
                <a:srgbClr val="000000"/>
              </a:solidFill>
              <a:latin typeface="Arial"/>
            </a:endParaRPr>
          </a:p>
          <a:p>
            <a:pPr indent="0" defTabSz="914400">
              <a:lnSpc>
                <a:spcPct val="100000"/>
              </a:lnSpc>
              <a:spcBef>
                <a:spcPts val="1400"/>
              </a:spcBef>
              <a:buNone/>
              <a:tabLst>
                <a:tab algn="l" pos="0"/>
              </a:tabLst>
            </a:pPr>
            <a:endParaRPr b="0" lang="en-US" sz="2200" spc="-1" strike="noStrike">
              <a:solidFill>
                <a:srgbClr val="000000"/>
              </a:solidFill>
              <a:latin typeface="Arial"/>
            </a:endParaRPr>
          </a:p>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Explain the important elements and findings on the screenshot</a:t>
            </a:r>
            <a:endParaRPr b="0" lang="en-US" sz="2200" spc="-1" strike="noStrike">
              <a:solidFill>
                <a:srgbClr val="000000"/>
              </a:solidFill>
              <a:latin typeface="Arial"/>
            </a:endParaRPr>
          </a:p>
          <a:p>
            <a:pPr indent="0" defTabSz="914400">
              <a:lnSpc>
                <a:spcPct val="100000"/>
              </a:lnSpc>
              <a:buNone/>
              <a:tabLst>
                <a:tab algn="l" pos="0"/>
              </a:tabLst>
            </a:pPr>
            <a:endParaRPr b="0" lang="en-US" sz="1800" spc="-1" strike="noStrike">
              <a:solidFill>
                <a:srgbClr val="000000"/>
              </a:solidFill>
              <a:latin typeface="Arial"/>
            </a:endParaRPr>
          </a:p>
        </p:txBody>
      </p:sp>
      <p:sp>
        <p:nvSpPr>
          <p:cNvPr id="146" name="Title 1"/>
          <p:cNvSpPr/>
          <p:nvPr/>
        </p:nvSpPr>
        <p:spPr>
          <a:xfrm>
            <a:off x="770040" y="538560"/>
            <a:ext cx="10514880" cy="548280"/>
          </a:xfrm>
          <a:prstGeom prst="rect">
            <a:avLst/>
          </a:prstGeom>
          <a:noFill/>
          <a:ln w="0">
            <a:noFill/>
          </a:ln>
        </p:spPr>
        <p:style>
          <a:lnRef idx="0"/>
          <a:fillRef idx="0"/>
          <a:effectRef idx="0"/>
          <a:fontRef idx="minor"/>
        </p:style>
        <p:txBody>
          <a:bodyPr lIns="90000" rIns="90000" tIns="45000" bIns="45000" anchor="ctr">
            <a:normAutofit fontScale="83888"/>
          </a:bodyPr>
          <a:p>
            <a:pPr defTabSz="914400">
              <a:lnSpc>
                <a:spcPct val="90000"/>
              </a:lnSpc>
            </a:pPr>
            <a:r>
              <a:rPr b="0" lang="en-US" sz="4000" spc="-1" strike="noStrike">
                <a:solidFill>
                  <a:srgbClr val="0b49cb"/>
                </a:solidFill>
                <a:latin typeface="Abadi"/>
                <a:ea typeface="IBM Plex Mono SemiBold"/>
              </a:rPr>
              <a:t>&lt;Dashboard Screenshot 2&gt;</a:t>
            </a:r>
            <a:endParaRPr b="0" lang="en-US" sz="4000" spc="-1" strike="noStrike">
              <a:solidFill>
                <a:srgbClr val="000000"/>
              </a:solidFill>
              <a:latin typeface="Arial"/>
            </a:endParaRPr>
          </a:p>
        </p:txBody>
      </p:sp>
      <p:sp>
        <p:nvSpPr>
          <p:cNvPr id="3" name="PlaceHolder 2"/>
          <p:cNvSpPr>
            <a:spLocks noGrp="1"/>
          </p:cNvSpPr>
          <p:nvPr>
            <p:ph type="sldNum" idx="1"/>
          </p:nvPr>
        </p:nvSpPr>
        <p:spPr/>
        <p:txBody>
          <a:bodyPr/>
          <a:p>
            <a:fld id="{608BEAA5-BBB8-42A7-A57B-C77BEFD1F017}" type="slidenum">
              <a:t>40</a:t>
            </a:fld>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47" name="PlaceHolder 1"/>
          <p:cNvSpPr>
            <a:spLocks noGrp="1"/>
          </p:cNvSpPr>
          <p:nvPr>
            <p:ph/>
          </p:nvPr>
        </p:nvSpPr>
        <p:spPr>
          <a:xfrm>
            <a:off x="770040" y="1825560"/>
            <a:ext cx="10414080" cy="4350600"/>
          </a:xfrm>
          <a:prstGeom prst="rect">
            <a:avLst/>
          </a:prstGeom>
          <a:noFill/>
          <a:ln w="0">
            <a:noFill/>
          </a:ln>
        </p:spPr>
        <p:txBody>
          <a:bodyPr lIns="91440" rIns="91440" tIns="45720" bIns="45720" anchor="t">
            <a:normAutofit/>
          </a:bodyPr>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Replace &lt;Dashboard screenshot 3&gt; title with an appropriate title</a:t>
            </a:r>
            <a:endParaRPr b="0" lang="en-US" sz="2200" spc="-1" strike="noStrike">
              <a:solidFill>
                <a:srgbClr val="000000"/>
              </a:solidFill>
              <a:latin typeface="Arial"/>
            </a:endParaRPr>
          </a:p>
          <a:p>
            <a:pPr indent="0" defTabSz="914400">
              <a:lnSpc>
                <a:spcPct val="100000"/>
              </a:lnSpc>
              <a:spcBef>
                <a:spcPts val="1400"/>
              </a:spcBef>
              <a:buNone/>
              <a:tabLst>
                <a:tab algn="l" pos="0"/>
              </a:tabLst>
            </a:pPr>
            <a:endParaRPr b="0" lang="en-US" sz="2200" spc="-1" strike="noStrike">
              <a:solidFill>
                <a:srgbClr val="000000"/>
              </a:solidFill>
              <a:latin typeface="Arial"/>
            </a:endParaRPr>
          </a:p>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Show screenshots of Payload vs. Launch Outcome scatter plot for all sites, with different payload selected in the range slider</a:t>
            </a:r>
            <a:endParaRPr b="0" lang="en-US" sz="2200" spc="-1" strike="noStrike">
              <a:solidFill>
                <a:srgbClr val="000000"/>
              </a:solidFill>
              <a:latin typeface="Arial"/>
            </a:endParaRPr>
          </a:p>
          <a:p>
            <a:pPr indent="0" defTabSz="914400">
              <a:lnSpc>
                <a:spcPct val="100000"/>
              </a:lnSpc>
              <a:spcBef>
                <a:spcPts val="1400"/>
              </a:spcBef>
              <a:buNone/>
              <a:tabLst>
                <a:tab algn="l" pos="0"/>
              </a:tabLst>
            </a:pPr>
            <a:endParaRPr b="0" lang="en-US" sz="2200" spc="-1" strike="noStrike">
              <a:solidFill>
                <a:srgbClr val="000000"/>
              </a:solidFill>
              <a:latin typeface="Arial"/>
            </a:endParaRPr>
          </a:p>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Explain the important elements and findings on the screenshot, such as which payload range or booster version have the largest success rate, etc.</a:t>
            </a:r>
            <a:endParaRPr b="0" lang="en-US" sz="2200" spc="-1" strike="noStrike">
              <a:solidFill>
                <a:srgbClr val="000000"/>
              </a:solidFill>
              <a:latin typeface="Arial"/>
            </a:endParaRPr>
          </a:p>
          <a:p>
            <a:pPr indent="0" defTabSz="914400">
              <a:lnSpc>
                <a:spcPct val="100000"/>
              </a:lnSpc>
              <a:spcBef>
                <a:spcPts val="1400"/>
              </a:spcBef>
              <a:buNone/>
              <a:tabLst>
                <a:tab algn="l" pos="0"/>
              </a:tabLst>
            </a:pPr>
            <a:endParaRPr b="0" lang="en-US" sz="2200" spc="-1" strike="noStrike">
              <a:solidFill>
                <a:srgbClr val="000000"/>
              </a:solidFill>
              <a:latin typeface="Arial"/>
            </a:endParaRPr>
          </a:p>
        </p:txBody>
      </p:sp>
      <p:sp>
        <p:nvSpPr>
          <p:cNvPr id="148" name="Title 1"/>
          <p:cNvSpPr/>
          <p:nvPr/>
        </p:nvSpPr>
        <p:spPr>
          <a:xfrm>
            <a:off x="770040" y="538560"/>
            <a:ext cx="10514880" cy="548280"/>
          </a:xfrm>
          <a:prstGeom prst="rect">
            <a:avLst/>
          </a:prstGeom>
          <a:noFill/>
          <a:ln w="0">
            <a:noFill/>
          </a:ln>
        </p:spPr>
        <p:style>
          <a:lnRef idx="0"/>
          <a:fillRef idx="0"/>
          <a:effectRef idx="0"/>
          <a:fontRef idx="minor"/>
        </p:style>
        <p:txBody>
          <a:bodyPr lIns="90000" rIns="90000" tIns="45000" bIns="45000" anchor="ctr">
            <a:normAutofit fontScale="83888"/>
          </a:bodyPr>
          <a:p>
            <a:pPr defTabSz="914400">
              <a:lnSpc>
                <a:spcPct val="90000"/>
              </a:lnSpc>
            </a:pPr>
            <a:r>
              <a:rPr b="0" lang="en-US" sz="4000" spc="-1" strike="noStrike">
                <a:solidFill>
                  <a:srgbClr val="0b49cb"/>
                </a:solidFill>
                <a:latin typeface="Abadi"/>
                <a:ea typeface="IBM Plex Mono SemiBold"/>
              </a:rPr>
              <a:t>&lt;Dashboard Screenshot 3&gt;</a:t>
            </a:r>
            <a:endParaRPr b="0" lang="en-US" sz="4000" spc="-1" strike="noStrike">
              <a:solidFill>
                <a:srgbClr val="000000"/>
              </a:solidFill>
              <a:latin typeface="Arial"/>
            </a:endParaRPr>
          </a:p>
        </p:txBody>
      </p:sp>
      <p:sp>
        <p:nvSpPr>
          <p:cNvPr id="3" name="PlaceHolder 2"/>
          <p:cNvSpPr>
            <a:spLocks noGrp="1"/>
          </p:cNvSpPr>
          <p:nvPr>
            <p:ph type="sldNum" idx="1"/>
          </p:nvPr>
        </p:nvSpPr>
        <p:spPr/>
        <p:txBody>
          <a:bodyPr/>
          <a:p>
            <a:fld id="{11AB4973-25F7-454D-8B0B-846D20D30599}" type="slidenum">
              <a:t>41</a:t>
            </a:fld>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49" name="TextBox 1"/>
          <p:cNvSpPr/>
          <p:nvPr/>
        </p:nvSpPr>
        <p:spPr>
          <a:xfrm>
            <a:off x="749880" y="2529720"/>
            <a:ext cx="1154880" cy="363960"/>
          </a:xfrm>
          <a:prstGeom prst="rect">
            <a:avLst/>
          </a:prstGeom>
          <a:solidFill>
            <a:srgbClr val="0948cb"/>
          </a:solidFill>
          <a:ln w="0">
            <a:noFill/>
          </a:ln>
        </p:spPr>
        <p:style>
          <a:lnRef idx="0"/>
          <a:fillRef idx="0"/>
          <a:effectRef idx="0"/>
          <a:fontRef idx="minor"/>
        </p:style>
        <p:txBody>
          <a:bodyPr wrap="none" lIns="90000" rIns="90000" tIns="45000" bIns="45000" anchor="t">
            <a:spAutoFit/>
          </a:bodyPr>
          <a:p>
            <a:pPr defTabSz="914400">
              <a:lnSpc>
                <a:spcPct val="100000"/>
              </a:lnSpc>
            </a:pPr>
            <a:r>
              <a:rPr b="0" lang="en-US" sz="1800" spc="-1" strike="noStrike">
                <a:solidFill>
                  <a:schemeClr val="lt1"/>
                </a:solidFill>
                <a:latin typeface="Calibri"/>
              </a:rPr>
              <a:t>Section 5</a:t>
            </a:r>
            <a:endParaRPr b="0" lang="en-US"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50" name="PlaceHolder 1"/>
          <p:cNvSpPr>
            <a:spLocks noGrp="1"/>
          </p:cNvSpPr>
          <p:nvPr>
            <p:ph/>
          </p:nvPr>
        </p:nvSpPr>
        <p:spPr>
          <a:xfrm>
            <a:off x="770040" y="2082240"/>
            <a:ext cx="5325120" cy="3810960"/>
          </a:xfrm>
          <a:prstGeom prst="rect">
            <a:avLst/>
          </a:prstGeom>
          <a:noFill/>
          <a:ln w="0">
            <a:noFill/>
          </a:ln>
        </p:spPr>
        <p:txBody>
          <a:bodyPr lIns="91440" rIns="91440" tIns="45720" bIns="45720" anchor="t">
            <a:normAutofit/>
          </a:bodyPr>
          <a:p>
            <a:pPr marL="228600" indent="-228600" defTabSz="914400">
              <a:lnSpc>
                <a:spcPct val="100000"/>
              </a:lnSpc>
              <a:spcBef>
                <a:spcPts val="1400"/>
              </a:spcBef>
              <a:buClr>
                <a:srgbClr val="292929"/>
              </a:buClr>
              <a:buFont typeface="Arial"/>
              <a:buChar char="•"/>
            </a:pPr>
            <a:r>
              <a:rPr b="0" lang="en-US" sz="2200" spc="-1" strike="noStrike">
                <a:solidFill>
                  <a:schemeClr val="accent3">
                    <a:lumMod val="25000"/>
                  </a:schemeClr>
                </a:solidFill>
                <a:latin typeface="Abadi"/>
              </a:rPr>
              <a:t>Visualize the built model accuracy for all built classification models, in a bar chart</a:t>
            </a:r>
            <a:endParaRPr b="0" lang="en-US" sz="2200" spc="-1" strike="noStrike">
              <a:solidFill>
                <a:srgbClr val="000000"/>
              </a:solidFill>
              <a:latin typeface="Arial"/>
            </a:endParaRPr>
          </a:p>
          <a:p>
            <a:pPr indent="0" defTabSz="914400">
              <a:lnSpc>
                <a:spcPct val="100000"/>
              </a:lnSpc>
              <a:spcBef>
                <a:spcPts val="1400"/>
              </a:spcBef>
              <a:buNone/>
              <a:tabLst>
                <a:tab algn="l" pos="0"/>
              </a:tabLst>
            </a:pPr>
            <a:endParaRPr b="0" lang="en-US" sz="2200" spc="-1" strike="noStrike">
              <a:solidFill>
                <a:srgbClr val="000000"/>
              </a:solidFill>
              <a:latin typeface="Arial"/>
            </a:endParaRPr>
          </a:p>
          <a:p>
            <a:pPr marL="228600" indent="-228600" defTabSz="914400">
              <a:lnSpc>
                <a:spcPct val="100000"/>
              </a:lnSpc>
              <a:spcBef>
                <a:spcPts val="1400"/>
              </a:spcBef>
              <a:buClr>
                <a:srgbClr val="292929"/>
              </a:buClr>
              <a:buFont typeface="Arial"/>
              <a:buChar char="•"/>
              <a:tabLst>
                <a:tab algn="l" pos="0"/>
              </a:tabLst>
            </a:pPr>
            <a:r>
              <a:rPr b="0" lang="en-US" sz="2200" spc="-1" strike="noStrike">
                <a:solidFill>
                  <a:schemeClr val="accent3">
                    <a:lumMod val="25000"/>
                  </a:schemeClr>
                </a:solidFill>
                <a:latin typeface="Abadi"/>
              </a:rPr>
              <a:t>Find which model has the highest classification accuracy</a:t>
            </a:r>
            <a:endParaRPr b="0" lang="en-US" sz="2200" spc="-1" strike="noStrike">
              <a:solidFill>
                <a:srgbClr val="000000"/>
              </a:solidFill>
              <a:latin typeface="Arial"/>
            </a:endParaRPr>
          </a:p>
        </p:txBody>
      </p:sp>
      <p:sp>
        <p:nvSpPr>
          <p:cNvPr id="151" name="Title 1"/>
          <p:cNvSpPr/>
          <p:nvPr/>
        </p:nvSpPr>
        <p:spPr>
          <a:xfrm>
            <a:off x="770040" y="538560"/>
            <a:ext cx="10514880" cy="548280"/>
          </a:xfrm>
          <a:prstGeom prst="rect">
            <a:avLst/>
          </a:prstGeom>
          <a:noFill/>
          <a:ln w="0">
            <a:noFill/>
          </a:ln>
        </p:spPr>
        <p:style>
          <a:lnRef idx="0"/>
          <a:fillRef idx="0"/>
          <a:effectRef idx="0"/>
          <a:fontRef idx="minor"/>
        </p:style>
        <p:txBody>
          <a:bodyPr lIns="90000" rIns="90000" tIns="45000" bIns="45000" anchor="ctr">
            <a:normAutofit fontScale="83888"/>
          </a:bodyPr>
          <a:p>
            <a:pPr defTabSz="914400">
              <a:lnSpc>
                <a:spcPct val="90000"/>
              </a:lnSpc>
            </a:pPr>
            <a:r>
              <a:rPr b="0" lang="en-US" sz="4000" spc="-1" strike="noStrike">
                <a:solidFill>
                  <a:srgbClr val="0b49cb"/>
                </a:solidFill>
                <a:latin typeface="Abadi"/>
                <a:ea typeface="IBM Plex Mono SemiBold"/>
              </a:rPr>
              <a:t>Classification Accuracy</a:t>
            </a:r>
            <a:endParaRPr b="0" lang="en-US" sz="4000" spc="-1" strike="noStrike">
              <a:solidFill>
                <a:srgbClr val="000000"/>
              </a:solidFill>
              <a:latin typeface="Arial"/>
            </a:endParaRPr>
          </a:p>
        </p:txBody>
      </p:sp>
      <p:sp>
        <p:nvSpPr>
          <p:cNvPr id="3" name="PlaceHolder 2"/>
          <p:cNvSpPr>
            <a:spLocks noGrp="1"/>
          </p:cNvSpPr>
          <p:nvPr>
            <p:ph type="sldNum" idx="1"/>
          </p:nvPr>
        </p:nvSpPr>
        <p:spPr/>
        <p:txBody>
          <a:bodyPr/>
          <a:p>
            <a:fld id="{58999503-BA42-45CD-AF1E-84A9EF30EFE3}" type="slidenum">
              <a:t>43</a:t>
            </a:fld>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52" name="PlaceHolder 1"/>
          <p:cNvSpPr>
            <a:spLocks noGrp="1"/>
          </p:cNvSpPr>
          <p:nvPr>
            <p:ph/>
          </p:nvPr>
        </p:nvSpPr>
        <p:spPr>
          <a:xfrm>
            <a:off x="770040" y="2057400"/>
            <a:ext cx="9477360" cy="3810960"/>
          </a:xfrm>
          <a:prstGeom prst="rect">
            <a:avLst/>
          </a:prstGeom>
          <a:noFill/>
          <a:ln w="0">
            <a:noFill/>
          </a:ln>
        </p:spPr>
        <p:txBody>
          <a:bodyPr lIns="90000" rIns="90000" tIns="45000" bIns="45000" anchor="t">
            <a:normAutofit/>
          </a:bodyPr>
          <a:p>
            <a:pPr marL="228600" indent="-228600" defTabSz="914400">
              <a:lnSpc>
                <a:spcPct val="100000"/>
              </a:lnSpc>
              <a:spcBef>
                <a:spcPts val="1400"/>
              </a:spcBef>
              <a:buClr>
                <a:srgbClr val="292929"/>
              </a:buClr>
              <a:buFont typeface="Arial"/>
              <a:buChar char="•"/>
            </a:pPr>
            <a:r>
              <a:rPr b="0" lang="en-US" sz="2200" spc="-1" strike="noStrike">
                <a:solidFill>
                  <a:schemeClr val="accent3">
                    <a:lumMod val="25000"/>
                  </a:schemeClr>
                </a:solidFill>
                <a:latin typeface="Abadi"/>
              </a:rPr>
              <a:t>Show the confusion matrix of the best performing model with an explanation </a:t>
            </a:r>
            <a:endParaRPr b="0" lang="en-US" sz="2200" spc="-1" strike="noStrike">
              <a:solidFill>
                <a:srgbClr val="000000"/>
              </a:solidFill>
              <a:latin typeface="Arial"/>
            </a:endParaRPr>
          </a:p>
        </p:txBody>
      </p:sp>
      <p:sp>
        <p:nvSpPr>
          <p:cNvPr id="153" name="Title 1"/>
          <p:cNvSpPr/>
          <p:nvPr/>
        </p:nvSpPr>
        <p:spPr>
          <a:xfrm>
            <a:off x="770040" y="538560"/>
            <a:ext cx="10514880" cy="548280"/>
          </a:xfrm>
          <a:prstGeom prst="rect">
            <a:avLst/>
          </a:prstGeom>
          <a:noFill/>
          <a:ln w="0">
            <a:noFill/>
          </a:ln>
        </p:spPr>
        <p:style>
          <a:lnRef idx="0"/>
          <a:fillRef idx="0"/>
          <a:effectRef idx="0"/>
          <a:fontRef idx="minor"/>
        </p:style>
        <p:txBody>
          <a:bodyPr lIns="90000" rIns="90000" tIns="45000" bIns="45000" anchor="ctr">
            <a:normAutofit fontScale="83888"/>
          </a:bodyPr>
          <a:p>
            <a:pPr defTabSz="914400">
              <a:lnSpc>
                <a:spcPct val="90000"/>
              </a:lnSpc>
            </a:pPr>
            <a:r>
              <a:rPr b="0" lang="en-US" sz="4000" spc="-1" strike="noStrike">
                <a:solidFill>
                  <a:srgbClr val="0b49cb"/>
                </a:solidFill>
                <a:latin typeface="Abadi"/>
                <a:ea typeface="IBM Plex Mono SemiBold"/>
              </a:rPr>
              <a:t>Confusion Matrix</a:t>
            </a:r>
            <a:endParaRPr b="0" lang="en-US" sz="4000" spc="-1" strike="noStrike">
              <a:solidFill>
                <a:srgbClr val="000000"/>
              </a:solidFill>
              <a:latin typeface="Arial"/>
            </a:endParaRPr>
          </a:p>
        </p:txBody>
      </p:sp>
      <p:sp>
        <p:nvSpPr>
          <p:cNvPr id="3" name="PlaceHolder 2"/>
          <p:cNvSpPr>
            <a:spLocks noGrp="1"/>
          </p:cNvSpPr>
          <p:nvPr>
            <p:ph type="sldNum" idx="1"/>
          </p:nvPr>
        </p:nvSpPr>
        <p:spPr/>
        <p:txBody>
          <a:bodyPr/>
          <a:p>
            <a:fld id="{1B6DD283-DC3D-413C-BE5A-F41BF2F17849}" type="slidenum">
              <a:t>44</a:t>
            </a:fld>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54" name="PlaceHolder 1"/>
          <p:cNvSpPr>
            <a:spLocks noGrp="1"/>
          </p:cNvSpPr>
          <p:nvPr>
            <p:ph/>
          </p:nvPr>
        </p:nvSpPr>
        <p:spPr>
          <a:xfrm>
            <a:off x="770040" y="1874880"/>
            <a:ext cx="5903280" cy="4350600"/>
          </a:xfrm>
          <a:prstGeom prst="rect">
            <a:avLst/>
          </a:prstGeom>
          <a:noFill/>
          <a:ln w="0">
            <a:noFill/>
          </a:ln>
        </p:spPr>
        <p:txBody>
          <a:bodyPr lIns="90000" rIns="90000" tIns="45000" bIns="45000" anchor="t">
            <a:normAutofit/>
          </a:bodyPr>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Point 1</a:t>
            </a:r>
            <a:endParaRPr b="0" lang="en-US" sz="2200" spc="-1" strike="noStrike">
              <a:solidFill>
                <a:srgbClr val="000000"/>
              </a:solidFill>
              <a:latin typeface="Arial"/>
            </a:endParaRPr>
          </a:p>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Point 2</a:t>
            </a:r>
            <a:endParaRPr b="0" lang="en-US" sz="2200" spc="-1" strike="noStrike">
              <a:solidFill>
                <a:srgbClr val="000000"/>
              </a:solidFill>
              <a:latin typeface="Arial"/>
            </a:endParaRPr>
          </a:p>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Point 3</a:t>
            </a:r>
            <a:endParaRPr b="0" lang="en-US" sz="2200" spc="-1" strike="noStrike">
              <a:solidFill>
                <a:srgbClr val="000000"/>
              </a:solidFill>
              <a:latin typeface="Arial"/>
            </a:endParaRPr>
          </a:p>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Point 4</a:t>
            </a:r>
            <a:endParaRPr b="0" lang="en-US" sz="2200" spc="-1" strike="noStrike">
              <a:solidFill>
                <a:srgbClr val="000000"/>
              </a:solidFill>
              <a:latin typeface="Arial"/>
            </a:endParaRPr>
          </a:p>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a:t>
            </a:r>
            <a:endParaRPr b="0" lang="en-US" sz="2200" spc="-1" strike="noStrike">
              <a:solidFill>
                <a:srgbClr val="000000"/>
              </a:solidFill>
              <a:latin typeface="Arial"/>
            </a:endParaRPr>
          </a:p>
        </p:txBody>
      </p:sp>
      <p:sp>
        <p:nvSpPr>
          <p:cNvPr id="155" name="Title 1"/>
          <p:cNvSpPr/>
          <p:nvPr/>
        </p:nvSpPr>
        <p:spPr>
          <a:xfrm>
            <a:off x="770040" y="538560"/>
            <a:ext cx="10514880" cy="548280"/>
          </a:xfrm>
          <a:prstGeom prst="rect">
            <a:avLst/>
          </a:prstGeom>
          <a:noFill/>
          <a:ln w="0">
            <a:noFill/>
          </a:ln>
        </p:spPr>
        <p:style>
          <a:lnRef idx="0"/>
          <a:fillRef idx="0"/>
          <a:effectRef idx="0"/>
          <a:fontRef idx="minor"/>
        </p:style>
        <p:txBody>
          <a:bodyPr lIns="90000" rIns="90000" tIns="45000" bIns="45000" anchor="ctr">
            <a:normAutofit fontScale="83888"/>
          </a:bodyPr>
          <a:p>
            <a:pPr defTabSz="914400">
              <a:lnSpc>
                <a:spcPct val="90000"/>
              </a:lnSpc>
            </a:pPr>
            <a:r>
              <a:rPr b="0" lang="en-US" sz="4000" spc="-1" strike="noStrike">
                <a:solidFill>
                  <a:srgbClr val="0b49cb"/>
                </a:solidFill>
                <a:latin typeface="Abadi"/>
                <a:ea typeface="IBM Plex Mono SemiBold"/>
              </a:rPr>
              <a:t>Conclusions</a:t>
            </a:r>
            <a:endParaRPr b="0" lang="en-US" sz="4000" spc="-1" strike="noStrike">
              <a:solidFill>
                <a:srgbClr val="000000"/>
              </a:solidFill>
              <a:latin typeface="Arial"/>
            </a:endParaRPr>
          </a:p>
        </p:txBody>
      </p:sp>
      <p:sp>
        <p:nvSpPr>
          <p:cNvPr id="3" name="PlaceHolder 2"/>
          <p:cNvSpPr>
            <a:spLocks noGrp="1"/>
          </p:cNvSpPr>
          <p:nvPr>
            <p:ph type="sldNum" idx="1"/>
          </p:nvPr>
        </p:nvSpPr>
        <p:spPr/>
        <p:txBody>
          <a:bodyPr/>
          <a:p>
            <a:fld id="{378069D1-702B-48A0-B3E3-BACA5252A26E}" type="slidenum">
              <a:t>45</a:t>
            </a:fld>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56" name="PlaceHolder 1"/>
          <p:cNvSpPr>
            <a:spLocks noGrp="1"/>
          </p:cNvSpPr>
          <p:nvPr>
            <p:ph/>
          </p:nvPr>
        </p:nvSpPr>
        <p:spPr>
          <a:xfrm>
            <a:off x="770040" y="1859400"/>
            <a:ext cx="10514880" cy="4350600"/>
          </a:xfrm>
          <a:prstGeom prst="rect">
            <a:avLst/>
          </a:prstGeom>
          <a:noFill/>
          <a:ln w="0">
            <a:noFill/>
          </a:ln>
        </p:spPr>
        <p:txBody>
          <a:bodyPr lIns="90000" rIns="90000" tIns="45000" bIns="45000" anchor="t">
            <a:normAutofit/>
          </a:bodyPr>
          <a:p>
            <a:pPr indent="0" defTabSz="914400">
              <a:lnSpc>
                <a:spcPct val="100000"/>
              </a:lnSpc>
              <a:spcBef>
                <a:spcPts val="1400"/>
              </a:spcBef>
              <a:buNone/>
              <a:tabLst>
                <a:tab algn="l" pos="0"/>
              </a:tabLst>
            </a:pPr>
            <a:r>
              <a:rPr b="0" lang="en-US" sz="2200" spc="-1" strike="noStrike">
                <a:solidFill>
                  <a:schemeClr val="accent3">
                    <a:lumMod val="25000"/>
                  </a:schemeClr>
                </a:solidFill>
                <a:latin typeface="Abadi"/>
              </a:rPr>
              <a:t>Include any relevant assets like Python code snippets, SQL queries, charts, Notebook outputs, or data sets that you may have created during this project</a:t>
            </a:r>
            <a:endParaRPr b="0" lang="en-US" sz="2200" spc="-1" strike="noStrike">
              <a:solidFill>
                <a:srgbClr val="000000"/>
              </a:solidFill>
              <a:latin typeface="Arial"/>
            </a:endParaRPr>
          </a:p>
        </p:txBody>
      </p:sp>
      <p:sp>
        <p:nvSpPr>
          <p:cNvPr id="157" name="Title 1"/>
          <p:cNvSpPr/>
          <p:nvPr/>
        </p:nvSpPr>
        <p:spPr>
          <a:xfrm>
            <a:off x="770040" y="538560"/>
            <a:ext cx="10514880" cy="548280"/>
          </a:xfrm>
          <a:prstGeom prst="rect">
            <a:avLst/>
          </a:prstGeom>
          <a:noFill/>
          <a:ln w="0">
            <a:noFill/>
          </a:ln>
        </p:spPr>
        <p:style>
          <a:lnRef idx="0"/>
          <a:fillRef idx="0"/>
          <a:effectRef idx="0"/>
          <a:fontRef idx="minor"/>
        </p:style>
        <p:txBody>
          <a:bodyPr lIns="90000" rIns="90000" tIns="45000" bIns="45000" anchor="ctr">
            <a:normAutofit fontScale="83888"/>
          </a:bodyPr>
          <a:p>
            <a:pPr defTabSz="914400">
              <a:lnSpc>
                <a:spcPct val="90000"/>
              </a:lnSpc>
            </a:pPr>
            <a:r>
              <a:rPr b="0" lang="en-US" sz="4000" spc="-1" strike="noStrike">
                <a:solidFill>
                  <a:srgbClr val="0b49cb"/>
                </a:solidFill>
                <a:latin typeface="Abadi"/>
                <a:ea typeface="IBM Plex Mono SemiBold"/>
              </a:rPr>
              <a:t>Appendix</a:t>
            </a:r>
            <a:endParaRPr b="0" lang="en-US" sz="4000" spc="-1" strike="noStrike">
              <a:solidFill>
                <a:srgbClr val="000000"/>
              </a:solidFill>
              <a:latin typeface="Arial"/>
            </a:endParaRPr>
          </a:p>
        </p:txBody>
      </p:sp>
      <p:sp>
        <p:nvSpPr>
          <p:cNvPr id="3" name="PlaceHolder 2"/>
          <p:cNvSpPr>
            <a:spLocks noGrp="1"/>
          </p:cNvSpPr>
          <p:nvPr>
            <p:ph type="sldNum" idx="1"/>
          </p:nvPr>
        </p:nvSpPr>
        <p:spPr/>
        <p:txBody>
          <a:bodyPr/>
          <a:p>
            <a:fld id="{315230B4-741C-4D46-9467-D2CF7EB35FB5}" type="slidenum">
              <a:t>46</a:t>
            </a:fld>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Tree>
  </p:cSld>
  <p:transition spd="slow">
    <p:push dir="u"/>
  </p:transition>
</p:sld>
</file>

<file path=ppt/theme/theme1.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2.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3.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4.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customXml/_rels/item1.xml.rels><?xml version="1.0" encoding="UTF-8"?>
<Relationships xmlns="http://schemas.openxmlformats.org/package/2006/relationships"><Relationship Id="rId1" Type="http://schemas.openxmlformats.org/officeDocument/2006/relationships/customXmlProps" Target="itemProps1.xml"/>
</Relationships>
</file>

<file path=customXml/_rels/item2.xml.rels><?xml version="1.0" encoding="UTF-8"?>
<Relationships xmlns="http://schemas.openxmlformats.org/package/2006/relationships"><Relationship Id="rId1" Type="http://schemas.openxmlformats.org/officeDocument/2006/relationships/customXmlProps" Target="itemProps2.xml"/>
</Relationships>
</file>

<file path=customXml/_rels/item3.xml.rels><?xml version="1.0" encoding="UTF-8"?>
<Relationships xmlns="http://schemas.openxmlformats.org/package/2006/relationships"><Relationship Id="rId1" Type="http://schemas.openxmlformats.org/officeDocument/2006/relationships/customXmlProps" Target="itemProps3.xml"/>
</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EECD86F56755A646AC8AFCBCBD967F21" ma:contentTypeVersion="12" ma:contentTypeDescription="Create a new document." ma:contentTypeScope="" ma:versionID="5271f8e20090c87afed7729ac71f61b2">
  <xsd:schema xmlns:xsd="http://www.w3.org/2001/XMLSchema" xmlns:xs="http://www.w3.org/2001/XMLSchema" xmlns:p="http://schemas.microsoft.com/office/2006/metadata/properties" xmlns:ns2="155be751-a274-42e8-93fb-f39d3b9bccc8" xmlns:ns3="f80a141d-92ca-4d3d-9308-f7e7b1d44ce8" targetNamespace="http://schemas.microsoft.com/office/2006/metadata/properties" ma:root="true" ma:fieldsID="cf12c133eb44377ebd94fdb7db4757b0" ns2:_="" ns3:_="">
    <xsd:import namespace="155be751-a274-42e8-93fb-f39d3b9bccc8"/>
    <xsd:import namespace="f80a141d-92ca-4d3d-9308-f7e7b1d44ce8"/>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element ref="ns2:MediaServiceGenerationTime" minOccurs="0"/>
                <xsd:element ref="ns2:MediaServiceEventHashCode" minOccurs="0"/>
                <xsd:element ref="ns2:MediaServiceAutoKeyPoints" minOccurs="0"/>
                <xsd:element ref="ns2:MediaServiceKeyPoints" minOccurs="0"/>
                <xsd:element ref="ns3:SharedWithUsers" minOccurs="0"/>
                <xsd:element ref="ns3:SharedWithDetail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55be751-a274-42e8-93fb-f39d3b9bccc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80a141d-92ca-4d3d-9308-f7e7b1d44ce8"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7EFDA260-DDA0-422C-B7AE-778F653FBB36}">
  <ds:schemaRefs>
    <ds:schemaRef ds:uri="http://schemas.microsoft.com/sharepoint/v3/contenttype/forms"/>
  </ds:schemaRefs>
</ds:datastoreItem>
</file>

<file path=customXml/itemProps2.xml><?xml version="1.0" encoding="utf-8"?>
<ds:datastoreItem xmlns:ds="http://schemas.openxmlformats.org/officeDocument/2006/customXml" ds:itemID="{FD840426-F08D-42AC-9846-A20E4AB85A26}">
  <ds:schemaRefs>
    <ds:schemaRef ds:uri="155be751-a274-42e8-93fb-f39d3b9bccc8"/>
    <ds:schemaRef ds:uri="f80a141d-92ca-4d3d-9308-f7e7b1d44ce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54DA07C5-A406-4A0D-B3E6-3856C94AC7F3}">
  <ds:schemaRefs>
    <ds:schemaRef ds:uri="http://schemas.openxmlformats.org/package/2006/metadata/core-properties"/>
    <ds:schemaRef ds:uri="http://schemas.microsoft.com/office/2006/documentManagement/types"/>
    <ds:schemaRef ds:uri="http://schemas.microsoft.com/office/infopath/2007/PartnerControls"/>
    <ds:schemaRef ds:uri="http://purl.org/dc/elements/1.1/"/>
    <ds:schemaRef ds:uri="f80a141d-92ca-4d3d-9308-f7e7b1d44ce8"/>
    <ds:schemaRef ds:uri="http://purl.org/dc/dcmitype/"/>
    <ds:schemaRef ds:uri="http://www.w3.org/XML/1998/namespace"/>
    <ds:schemaRef ds:uri="155be751-a274-42e8-93fb-f39d3b9bccc8"/>
    <ds:schemaRef ds:uri="http://schemas.microsoft.com/office/2006/metadata/properties"/>
    <ds:schemaRef ds:uri="http://purl.org/dc/terms/"/>
  </ds:schemaRefs>
</ds:datastoreItem>
</file>

<file path=docProps/app.xml><?xml version="1.0" encoding="utf-8"?>
<Properties xmlns="http://schemas.openxmlformats.org/officeDocument/2006/extended-properties" xmlns:vt="http://schemas.openxmlformats.org/officeDocument/2006/docPropsVTypes">
  <Template/>
  <TotalTime>424</TotalTime>
  <Application>LibreOffice/24.2.7.2$Linux_X86_64 LibreOffice_project/420$Build-2</Application>
  <AppVersion>15.0000</AppVersion>
  <Words>1346</Words>
  <Paragraphs>234</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2021-04-29T18:58:34Z</dcterms:created>
  <dc:creator>YAN Luo</dc:creator>
  <dc:description/>
  <dc:language>en-US</dc:language>
  <cp:lastModifiedBy/>
  <dcterms:modified xsi:type="dcterms:W3CDTF">2026-08-29T16:51:49Z</dcterms:modified>
  <cp:revision>211</cp:revision>
  <dc:subject/>
  <dc:title> &lt;Title&gt;</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0x010100EECD86F56755A646AC8AFCBCBD967F21</vt:lpwstr>
  </property>
  <property fmtid="{D5CDD505-2E9C-101B-9397-08002B2CF9AE}" pid="3" name="Notes">
    <vt:i4>4</vt:i4>
  </property>
  <property fmtid="{D5CDD505-2E9C-101B-9397-08002B2CF9AE}" pid="4" name="PresentationFormat">
    <vt:lpwstr>Widescreen</vt:lpwstr>
  </property>
  <property fmtid="{D5CDD505-2E9C-101B-9397-08002B2CF9AE}" pid="5" name="Slides">
    <vt:i4>47</vt:i4>
  </property>
</Properties>
</file>